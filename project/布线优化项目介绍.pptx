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1"/>
  </p:sldMasterIdLst>
  <p:notesMasterIdLst>
    <p:notesMasterId r:id="rId19"/>
  </p:notesMasterIdLst>
  <p:sldIdLst>
    <p:sldId id="297" r:id="rId2"/>
    <p:sldId id="257" r:id="rId3"/>
    <p:sldId id="306" r:id="rId4"/>
    <p:sldId id="259" r:id="rId5"/>
    <p:sldId id="307" r:id="rId6"/>
    <p:sldId id="260" r:id="rId7"/>
    <p:sldId id="311" r:id="rId8"/>
    <p:sldId id="264" r:id="rId9"/>
    <p:sldId id="319" r:id="rId10"/>
    <p:sldId id="308" r:id="rId11"/>
    <p:sldId id="317" r:id="rId12"/>
    <p:sldId id="318" r:id="rId13"/>
    <p:sldId id="320" r:id="rId14"/>
    <p:sldId id="321" r:id="rId15"/>
    <p:sldId id="322" r:id="rId16"/>
    <p:sldId id="310" r:id="rId17"/>
    <p:sldId id="316" r:id="rId18"/>
  </p:sldIdLst>
  <p:sldSz cx="18288000" cy="10287000"/>
  <p:notesSz cx="6858000" cy="9144000"/>
  <p:embeddedFontLst>
    <p:embeddedFont>
      <p:font typeface="等线" panose="02010600030101010101" pitchFamily="2" charset="-122"/>
      <p:regular r:id="rId20"/>
      <p:bold r:id="rId21"/>
    </p:embeddedFont>
    <p:embeddedFont>
      <p:font typeface="等线 Light" panose="02010600030101010101" pitchFamily="2" charset="-122"/>
      <p:regular r:id="rId22"/>
    </p:embeddedFont>
    <p:embeddedFont>
      <p:font typeface="黑体" panose="02010609060101010101" pitchFamily="49" charset="-122"/>
      <p:regular r:id="rId23"/>
    </p:embeddedFont>
    <p:embeddedFont>
      <p:font typeface="微软雅黑" panose="020B0503020204020204" pitchFamily="34" charset="-122"/>
      <p:regular r:id="rId24"/>
      <p:bold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BAB"/>
    <a:srgbClr val="E6E6E6"/>
    <a:srgbClr val="5E97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 autoAdjust="0"/>
  </p:normalViewPr>
  <p:slideViewPr>
    <p:cSldViewPr>
      <p:cViewPr varScale="1">
        <p:scale>
          <a:sx n="59" d="100"/>
          <a:sy n="59" d="100"/>
        </p:scale>
        <p:origin x="225" y="39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17226-2769-428E-8A5E-640C0750AF68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7BADE-39F7-493F-AC4D-1022DC9C00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96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399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795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34FA4-9FB1-475B-AD0F-4D0437CDD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B3A4B8-75F3-F988-52B2-7FBB62560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DE928-5F3F-1531-8369-8BCE2890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6BC8B-E397-087F-8A34-6CB4E8953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079FCE-0CA3-1F1F-A97F-2BE107DAC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7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EF8E7-19B7-E0B3-1A68-B71A5D36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4AB97-93A1-283E-7432-7EEDEB0DC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8848D-E773-5C52-DB86-9D14E33B7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EEBF48-D396-54D3-80C6-4A68D076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FEE094-447A-F2A4-A257-5014825E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0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B27FB-5E8B-4C85-AA76-B504C004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1096A3-8C40-8F1B-5D86-4DF078251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F47CC4-054D-7B35-43CD-885D7ECD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A0378-C19F-9AEF-A39B-87BA534A1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6BE61D-420F-4E64-EA74-8CADF5A6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1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CC2A7-6B55-F371-E244-2ED418EA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6C131D-BD27-BFC1-3C06-7A90F96EA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592DB7-E70E-2E03-7C48-3844BD1F6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9B33AA-2806-1CF0-5132-ED8B6D2C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37EE37-220B-52DE-EAB3-F6F366AE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EB7007-EEE0-46CB-0A24-22852448D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4EC0D-8CD8-FC5F-2748-0A91FE31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8515E4-4AE4-957B-741D-0F3EFB620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F3FA37-C004-4FB1-129F-9067A96E6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F92D6B-D4B3-4D83-D854-0D45682B3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97E37C-CF84-AF06-0F5E-7C096B47A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9142D1-986E-0307-EB9C-216E5A22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6CBDD2-8D80-AF1C-2AD9-ED50D2D7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805A9AA-2231-8735-DCE0-EEC43E21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2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8FDA4-5BA1-4256-A086-70C20ABD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465F39-A658-E077-A8C9-9B182B07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87DE9A-B00D-5797-D371-0B397688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C8E7FD-4029-2215-50FB-C820C7FC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52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7BD273-A7F6-99C3-1006-52ACA6990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690E21-415A-C71E-908C-0842CDC0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847494-7FD0-152C-9537-6BFF9393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12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7DC68-5007-41A2-4891-80E7AC5C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1BF3EC-40A3-4BB3-F876-C45071709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ECA7C3-58EC-8B16-623A-FDB3D950B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4D13F9-CB51-D7E1-A757-5E6F32EC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C0AB5D-4578-A330-8E19-B7DDDE226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C26949-0239-6FAB-2C5B-62293438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45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02E0C-6E48-701E-BAC7-EDB446AD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8A241FE-9E25-74D6-08CA-622FACD55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664CE5-462F-EAEB-5882-BA134E85E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8A56F4-048B-FFF3-9463-10A8DEB02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5B76DA-42AE-9B2D-B19E-DB6BA2B0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766427-3616-8AD7-9845-D726338AC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4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B62BE-110B-29CA-E01E-A4BA957F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F23B7A-0FDD-5D4E-D48E-58A5AB5C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BA66A7-55E0-1450-1EAA-34E9B75E0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F9E897-E615-8E4F-2F69-E1404D9F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1E8C5E-2952-CC57-8189-4F383EA8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54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87D1F2D-C9D5-EEA9-D23E-2D3EB29E1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7BF98A-F3BF-891E-616B-EA1E4782A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B4CE6-BE97-F91F-0643-B0DAA8B1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0C8FF4-410D-B43D-4B33-3DA11B22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EFDFC-C90A-6B64-841B-5E5EFB37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04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F6B9CF-046E-11BB-F378-64D9A47B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015C68-11DC-9C8C-C7A2-EE26739B2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939883-A805-AE5A-16BE-EA62557C9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309CF5-4EE2-A370-6225-54A20517E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BECAD8-B4A6-F651-07A3-F6E011159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14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jpe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/>
          <p:cNvSpPr/>
          <p:nvPr/>
        </p:nvSpPr>
        <p:spPr>
          <a:xfrm>
            <a:off x="-21267" y="282"/>
            <a:ext cx="18309267" cy="7238706"/>
          </a:xfrm>
          <a:custGeom>
            <a:avLst/>
            <a:gdLst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206514 w 12206514"/>
              <a:gd name="connsiteY2" fmla="*/ 4108329 h 4108329"/>
              <a:gd name="connsiteX3" fmla="*/ 0 w 12206514"/>
              <a:gd name="connsiteY3" fmla="*/ 4108329 h 4108329"/>
              <a:gd name="connsiteX4" fmla="*/ 0 w 12206514"/>
              <a:gd name="connsiteY4" fmla="*/ 0 h 4108329"/>
              <a:gd name="connsiteX0" fmla="*/ 0 w 12206514"/>
              <a:gd name="connsiteY0" fmla="*/ 0 h 4110447"/>
              <a:gd name="connsiteX1" fmla="*/ 12206514 w 12206514"/>
              <a:gd name="connsiteY1" fmla="*/ 0 h 4110447"/>
              <a:gd name="connsiteX2" fmla="*/ 12206514 w 12206514"/>
              <a:gd name="connsiteY2" fmla="*/ 4108329 h 4110447"/>
              <a:gd name="connsiteX3" fmla="*/ 9715863 w 12206514"/>
              <a:gd name="connsiteY3" fmla="*/ 4110447 h 4110447"/>
              <a:gd name="connsiteX4" fmla="*/ 0 w 12206514"/>
              <a:gd name="connsiteY4" fmla="*/ 4108329 h 4110447"/>
              <a:gd name="connsiteX5" fmla="*/ 0 w 12206514"/>
              <a:gd name="connsiteY5" fmla="*/ 0 h 4110447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206514 w 12206514"/>
              <a:gd name="connsiteY2" fmla="*/ 4108329 h 4108329"/>
              <a:gd name="connsiteX3" fmla="*/ 9689737 w 12206514"/>
              <a:gd name="connsiteY3" fmla="*/ 3753395 h 4108329"/>
              <a:gd name="connsiteX4" fmla="*/ 0 w 12206514"/>
              <a:gd name="connsiteY4" fmla="*/ 4108329 h 4108329"/>
              <a:gd name="connsiteX5" fmla="*/ 0 w 12206514"/>
              <a:gd name="connsiteY5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71680 w 12206514"/>
              <a:gd name="connsiteY2" fmla="*/ 3829655 h 4108329"/>
              <a:gd name="connsiteX3" fmla="*/ 9689737 w 12206514"/>
              <a:gd name="connsiteY3" fmla="*/ 3753395 h 4108329"/>
              <a:gd name="connsiteX4" fmla="*/ 0 w 12206514"/>
              <a:gd name="connsiteY4" fmla="*/ 4108329 h 4108329"/>
              <a:gd name="connsiteX5" fmla="*/ 0 w 12206514"/>
              <a:gd name="connsiteY5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206514 w 12206514"/>
              <a:gd name="connsiteY2" fmla="*/ 3333267 h 4108329"/>
              <a:gd name="connsiteX3" fmla="*/ 9689737 w 12206514"/>
              <a:gd name="connsiteY3" fmla="*/ 3753395 h 4108329"/>
              <a:gd name="connsiteX4" fmla="*/ 0 w 12206514"/>
              <a:gd name="connsiteY4" fmla="*/ 4108329 h 4108329"/>
              <a:gd name="connsiteX5" fmla="*/ 0 w 12206514"/>
              <a:gd name="connsiteY5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689737 w 12206514"/>
              <a:gd name="connsiteY3" fmla="*/ 3753395 h 4108329"/>
              <a:gd name="connsiteX4" fmla="*/ 0 w 12206514"/>
              <a:gd name="connsiteY4" fmla="*/ 4108329 h 4108329"/>
              <a:gd name="connsiteX5" fmla="*/ 0 w 12206514"/>
              <a:gd name="connsiteY5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689737 w 12206514"/>
              <a:gd name="connsiteY3" fmla="*/ 3753395 h 4108329"/>
              <a:gd name="connsiteX4" fmla="*/ 0 w 12206514"/>
              <a:gd name="connsiteY4" fmla="*/ 4108329 h 4108329"/>
              <a:gd name="connsiteX5" fmla="*/ 0 w 12206514"/>
              <a:gd name="connsiteY5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0 w 12206514"/>
              <a:gd name="connsiteY4" fmla="*/ 4108329 h 4108329"/>
              <a:gd name="connsiteX5" fmla="*/ 0 w 12206514"/>
              <a:gd name="connsiteY5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0 w 12206514"/>
              <a:gd name="connsiteY4" fmla="*/ 4108329 h 4108329"/>
              <a:gd name="connsiteX5" fmla="*/ 0 w 12206514"/>
              <a:gd name="connsiteY5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0 w 12206514"/>
              <a:gd name="connsiteY4" fmla="*/ 4108329 h 4108329"/>
              <a:gd name="connsiteX5" fmla="*/ 0 w 12206514"/>
              <a:gd name="connsiteY5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0 w 12206514"/>
              <a:gd name="connsiteY4" fmla="*/ 4108329 h 4108329"/>
              <a:gd name="connsiteX5" fmla="*/ 0 w 12206514"/>
              <a:gd name="connsiteY5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0 w 12206514"/>
              <a:gd name="connsiteY5" fmla="*/ 4108329 h 4108329"/>
              <a:gd name="connsiteX6" fmla="*/ 0 w 12206514"/>
              <a:gd name="connsiteY6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0 w 12206514"/>
              <a:gd name="connsiteY5" fmla="*/ 4108329 h 4108329"/>
              <a:gd name="connsiteX6" fmla="*/ 0 w 12206514"/>
              <a:gd name="connsiteY6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0 w 12206514"/>
              <a:gd name="connsiteY5" fmla="*/ 4108329 h 4108329"/>
              <a:gd name="connsiteX6" fmla="*/ 0 w 12206514"/>
              <a:gd name="connsiteY6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0 w 12206514"/>
              <a:gd name="connsiteY5" fmla="*/ 4108329 h 4108329"/>
              <a:gd name="connsiteX6" fmla="*/ 0 w 12206514"/>
              <a:gd name="connsiteY6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0 w 12206514"/>
              <a:gd name="connsiteY5" fmla="*/ 4108329 h 4108329"/>
              <a:gd name="connsiteX6" fmla="*/ 0 w 12206514"/>
              <a:gd name="connsiteY6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0 w 12206514"/>
              <a:gd name="connsiteY5" fmla="*/ 4108329 h 4108329"/>
              <a:gd name="connsiteX6" fmla="*/ 0 w 12206514"/>
              <a:gd name="connsiteY6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0 w 12206514"/>
              <a:gd name="connsiteY5" fmla="*/ 4108329 h 4108329"/>
              <a:gd name="connsiteX6" fmla="*/ 0 w 12206514"/>
              <a:gd name="connsiteY6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0 w 12206514"/>
              <a:gd name="connsiteY5" fmla="*/ 4108329 h 4108329"/>
              <a:gd name="connsiteX6" fmla="*/ 0 w 12206514"/>
              <a:gd name="connsiteY6" fmla="*/ 0 h 4108329"/>
              <a:gd name="connsiteX0" fmla="*/ 0 w 12206514"/>
              <a:gd name="connsiteY0" fmla="*/ 0 h 4277831"/>
              <a:gd name="connsiteX1" fmla="*/ 12206514 w 12206514"/>
              <a:gd name="connsiteY1" fmla="*/ 0 h 4277831"/>
              <a:gd name="connsiteX2" fmla="*/ 12180388 w 12206514"/>
              <a:gd name="connsiteY2" fmla="*/ 3333267 h 4277831"/>
              <a:gd name="connsiteX3" fmla="*/ 9715863 w 12206514"/>
              <a:gd name="connsiteY3" fmla="*/ 4075612 h 4277831"/>
              <a:gd name="connsiteX4" fmla="*/ 4908731 w 12206514"/>
              <a:gd name="connsiteY4" fmla="*/ 3614058 h 4277831"/>
              <a:gd name="connsiteX5" fmla="*/ 1912983 w 12206514"/>
              <a:gd name="connsiteY5" fmla="*/ 3361510 h 4277831"/>
              <a:gd name="connsiteX6" fmla="*/ 0 w 12206514"/>
              <a:gd name="connsiteY6" fmla="*/ 4108329 h 4277831"/>
              <a:gd name="connsiteX7" fmla="*/ 0 w 12206514"/>
              <a:gd name="connsiteY7" fmla="*/ 0 h 4277831"/>
              <a:gd name="connsiteX0" fmla="*/ 0 w 12206514"/>
              <a:gd name="connsiteY0" fmla="*/ 0 h 4211142"/>
              <a:gd name="connsiteX1" fmla="*/ 12206514 w 12206514"/>
              <a:gd name="connsiteY1" fmla="*/ 0 h 4211142"/>
              <a:gd name="connsiteX2" fmla="*/ 12180388 w 12206514"/>
              <a:gd name="connsiteY2" fmla="*/ 3333267 h 4211142"/>
              <a:gd name="connsiteX3" fmla="*/ 9715863 w 12206514"/>
              <a:gd name="connsiteY3" fmla="*/ 4075612 h 4211142"/>
              <a:gd name="connsiteX4" fmla="*/ 4908731 w 12206514"/>
              <a:gd name="connsiteY4" fmla="*/ 3614058 h 4211142"/>
              <a:gd name="connsiteX5" fmla="*/ 1912983 w 12206514"/>
              <a:gd name="connsiteY5" fmla="*/ 3361510 h 4211142"/>
              <a:gd name="connsiteX6" fmla="*/ 0 w 12206514"/>
              <a:gd name="connsiteY6" fmla="*/ 4108329 h 4211142"/>
              <a:gd name="connsiteX7" fmla="*/ 0 w 12206514"/>
              <a:gd name="connsiteY7" fmla="*/ 0 h 4211142"/>
              <a:gd name="connsiteX0" fmla="*/ 0 w 12206514"/>
              <a:gd name="connsiteY0" fmla="*/ 0 h 4211142"/>
              <a:gd name="connsiteX1" fmla="*/ 12206514 w 12206514"/>
              <a:gd name="connsiteY1" fmla="*/ 0 h 4211142"/>
              <a:gd name="connsiteX2" fmla="*/ 12180388 w 12206514"/>
              <a:gd name="connsiteY2" fmla="*/ 3333267 h 4211142"/>
              <a:gd name="connsiteX3" fmla="*/ 9715863 w 12206514"/>
              <a:gd name="connsiteY3" fmla="*/ 4075612 h 4211142"/>
              <a:gd name="connsiteX4" fmla="*/ 4908731 w 12206514"/>
              <a:gd name="connsiteY4" fmla="*/ 3614058 h 4211142"/>
              <a:gd name="connsiteX5" fmla="*/ 1912983 w 12206514"/>
              <a:gd name="connsiteY5" fmla="*/ 3361510 h 4211142"/>
              <a:gd name="connsiteX6" fmla="*/ 0 w 12206514"/>
              <a:gd name="connsiteY6" fmla="*/ 4108329 h 4211142"/>
              <a:gd name="connsiteX7" fmla="*/ 0 w 12206514"/>
              <a:gd name="connsiteY7" fmla="*/ 0 h 4211142"/>
              <a:gd name="connsiteX0" fmla="*/ 0 w 12206514"/>
              <a:gd name="connsiteY0" fmla="*/ 0 h 4210185"/>
              <a:gd name="connsiteX1" fmla="*/ 12206514 w 12206514"/>
              <a:gd name="connsiteY1" fmla="*/ 0 h 4210185"/>
              <a:gd name="connsiteX2" fmla="*/ 12180388 w 12206514"/>
              <a:gd name="connsiteY2" fmla="*/ 3333267 h 4210185"/>
              <a:gd name="connsiteX3" fmla="*/ 9715863 w 12206514"/>
              <a:gd name="connsiteY3" fmla="*/ 4075612 h 4210185"/>
              <a:gd name="connsiteX4" fmla="*/ 4908731 w 12206514"/>
              <a:gd name="connsiteY4" fmla="*/ 3614058 h 4210185"/>
              <a:gd name="connsiteX5" fmla="*/ 1843314 w 12206514"/>
              <a:gd name="connsiteY5" fmla="*/ 3335385 h 4210185"/>
              <a:gd name="connsiteX6" fmla="*/ 0 w 12206514"/>
              <a:gd name="connsiteY6" fmla="*/ 4108329 h 4210185"/>
              <a:gd name="connsiteX7" fmla="*/ 0 w 12206514"/>
              <a:gd name="connsiteY7" fmla="*/ 0 h 4210185"/>
              <a:gd name="connsiteX0" fmla="*/ 0 w 12206514"/>
              <a:gd name="connsiteY0" fmla="*/ 0 h 4210185"/>
              <a:gd name="connsiteX1" fmla="*/ 12206514 w 12206514"/>
              <a:gd name="connsiteY1" fmla="*/ 0 h 4210185"/>
              <a:gd name="connsiteX2" fmla="*/ 12180388 w 12206514"/>
              <a:gd name="connsiteY2" fmla="*/ 3333267 h 4210185"/>
              <a:gd name="connsiteX3" fmla="*/ 9715863 w 12206514"/>
              <a:gd name="connsiteY3" fmla="*/ 4075612 h 4210185"/>
              <a:gd name="connsiteX4" fmla="*/ 4908731 w 12206514"/>
              <a:gd name="connsiteY4" fmla="*/ 3614058 h 4210185"/>
              <a:gd name="connsiteX5" fmla="*/ 1843314 w 12206514"/>
              <a:gd name="connsiteY5" fmla="*/ 3335385 h 4210185"/>
              <a:gd name="connsiteX6" fmla="*/ 0 w 12206514"/>
              <a:gd name="connsiteY6" fmla="*/ 4108329 h 4210185"/>
              <a:gd name="connsiteX7" fmla="*/ 0 w 12206514"/>
              <a:gd name="connsiteY7" fmla="*/ 0 h 4210185"/>
              <a:gd name="connsiteX0" fmla="*/ 0 w 12206514"/>
              <a:gd name="connsiteY0" fmla="*/ 0 h 4210185"/>
              <a:gd name="connsiteX1" fmla="*/ 12206514 w 12206514"/>
              <a:gd name="connsiteY1" fmla="*/ 0 h 4210185"/>
              <a:gd name="connsiteX2" fmla="*/ 12180388 w 12206514"/>
              <a:gd name="connsiteY2" fmla="*/ 3333267 h 4210185"/>
              <a:gd name="connsiteX3" fmla="*/ 9715863 w 12206514"/>
              <a:gd name="connsiteY3" fmla="*/ 4075612 h 4210185"/>
              <a:gd name="connsiteX4" fmla="*/ 4908731 w 12206514"/>
              <a:gd name="connsiteY4" fmla="*/ 3614058 h 4210185"/>
              <a:gd name="connsiteX5" fmla="*/ 1843314 w 12206514"/>
              <a:gd name="connsiteY5" fmla="*/ 3335385 h 4210185"/>
              <a:gd name="connsiteX6" fmla="*/ 0 w 12206514"/>
              <a:gd name="connsiteY6" fmla="*/ 4108329 h 4210185"/>
              <a:gd name="connsiteX7" fmla="*/ 0 w 12206514"/>
              <a:gd name="connsiteY7" fmla="*/ 0 h 4210185"/>
              <a:gd name="connsiteX0" fmla="*/ 0 w 12206514"/>
              <a:gd name="connsiteY0" fmla="*/ 0 h 4210185"/>
              <a:gd name="connsiteX1" fmla="*/ 12206514 w 12206514"/>
              <a:gd name="connsiteY1" fmla="*/ 0 h 4210185"/>
              <a:gd name="connsiteX2" fmla="*/ 12180388 w 12206514"/>
              <a:gd name="connsiteY2" fmla="*/ 3333267 h 4210185"/>
              <a:gd name="connsiteX3" fmla="*/ 9715863 w 12206514"/>
              <a:gd name="connsiteY3" fmla="*/ 4075612 h 4210185"/>
              <a:gd name="connsiteX4" fmla="*/ 4908731 w 12206514"/>
              <a:gd name="connsiteY4" fmla="*/ 3614058 h 4210185"/>
              <a:gd name="connsiteX5" fmla="*/ 1843314 w 12206514"/>
              <a:gd name="connsiteY5" fmla="*/ 3335385 h 4210185"/>
              <a:gd name="connsiteX6" fmla="*/ 0 w 12206514"/>
              <a:gd name="connsiteY6" fmla="*/ 4108329 h 4210185"/>
              <a:gd name="connsiteX7" fmla="*/ 0 w 12206514"/>
              <a:gd name="connsiteY7" fmla="*/ 0 h 4210185"/>
              <a:gd name="connsiteX0" fmla="*/ 0 w 12206514"/>
              <a:gd name="connsiteY0" fmla="*/ 0 h 4210185"/>
              <a:gd name="connsiteX1" fmla="*/ 12206514 w 12206514"/>
              <a:gd name="connsiteY1" fmla="*/ 0 h 4210185"/>
              <a:gd name="connsiteX2" fmla="*/ 12180388 w 12206514"/>
              <a:gd name="connsiteY2" fmla="*/ 3333267 h 4210185"/>
              <a:gd name="connsiteX3" fmla="*/ 9715863 w 12206514"/>
              <a:gd name="connsiteY3" fmla="*/ 4075612 h 4210185"/>
              <a:gd name="connsiteX4" fmla="*/ 4908731 w 12206514"/>
              <a:gd name="connsiteY4" fmla="*/ 3614058 h 4210185"/>
              <a:gd name="connsiteX5" fmla="*/ 1843314 w 12206514"/>
              <a:gd name="connsiteY5" fmla="*/ 3335385 h 4210185"/>
              <a:gd name="connsiteX6" fmla="*/ 0 w 12206514"/>
              <a:gd name="connsiteY6" fmla="*/ 4108329 h 4210185"/>
              <a:gd name="connsiteX7" fmla="*/ 0 w 12206514"/>
              <a:gd name="connsiteY7" fmla="*/ 0 h 4210185"/>
              <a:gd name="connsiteX0" fmla="*/ 0 w 12206514"/>
              <a:gd name="connsiteY0" fmla="*/ 0 h 4210185"/>
              <a:gd name="connsiteX1" fmla="*/ 12206514 w 12206514"/>
              <a:gd name="connsiteY1" fmla="*/ 0 h 4210185"/>
              <a:gd name="connsiteX2" fmla="*/ 12180388 w 12206514"/>
              <a:gd name="connsiteY2" fmla="*/ 3333267 h 4210185"/>
              <a:gd name="connsiteX3" fmla="*/ 9715863 w 12206514"/>
              <a:gd name="connsiteY3" fmla="*/ 4075612 h 4210185"/>
              <a:gd name="connsiteX4" fmla="*/ 4908731 w 12206514"/>
              <a:gd name="connsiteY4" fmla="*/ 3614058 h 4210185"/>
              <a:gd name="connsiteX5" fmla="*/ 1843314 w 12206514"/>
              <a:gd name="connsiteY5" fmla="*/ 3335385 h 4210185"/>
              <a:gd name="connsiteX6" fmla="*/ 0 w 12206514"/>
              <a:gd name="connsiteY6" fmla="*/ 4108329 h 4210185"/>
              <a:gd name="connsiteX7" fmla="*/ 0 w 12206514"/>
              <a:gd name="connsiteY7" fmla="*/ 0 h 4210185"/>
              <a:gd name="connsiteX0" fmla="*/ 0 w 12206514"/>
              <a:gd name="connsiteY0" fmla="*/ 0 h 4210185"/>
              <a:gd name="connsiteX1" fmla="*/ 12206514 w 12206514"/>
              <a:gd name="connsiteY1" fmla="*/ 0 h 4210185"/>
              <a:gd name="connsiteX2" fmla="*/ 12180388 w 12206514"/>
              <a:gd name="connsiteY2" fmla="*/ 3333267 h 4210185"/>
              <a:gd name="connsiteX3" fmla="*/ 9715863 w 12206514"/>
              <a:gd name="connsiteY3" fmla="*/ 4075612 h 4210185"/>
              <a:gd name="connsiteX4" fmla="*/ 4908731 w 12206514"/>
              <a:gd name="connsiteY4" fmla="*/ 3614058 h 4210185"/>
              <a:gd name="connsiteX5" fmla="*/ 1843314 w 12206514"/>
              <a:gd name="connsiteY5" fmla="*/ 3335385 h 4210185"/>
              <a:gd name="connsiteX6" fmla="*/ 0 w 12206514"/>
              <a:gd name="connsiteY6" fmla="*/ 4108329 h 4210185"/>
              <a:gd name="connsiteX7" fmla="*/ 0 w 12206514"/>
              <a:gd name="connsiteY7" fmla="*/ 0 h 4210185"/>
              <a:gd name="connsiteX0" fmla="*/ 0 w 12206514"/>
              <a:gd name="connsiteY0" fmla="*/ 0 h 4270817"/>
              <a:gd name="connsiteX1" fmla="*/ 12206514 w 12206514"/>
              <a:gd name="connsiteY1" fmla="*/ 0 h 4270817"/>
              <a:gd name="connsiteX2" fmla="*/ 12180388 w 12206514"/>
              <a:gd name="connsiteY2" fmla="*/ 3333267 h 4270817"/>
              <a:gd name="connsiteX3" fmla="*/ 9715863 w 12206514"/>
              <a:gd name="connsiteY3" fmla="*/ 4075612 h 4270817"/>
              <a:gd name="connsiteX4" fmla="*/ 4908731 w 12206514"/>
              <a:gd name="connsiteY4" fmla="*/ 3614058 h 4270817"/>
              <a:gd name="connsiteX5" fmla="*/ 1843314 w 12206514"/>
              <a:gd name="connsiteY5" fmla="*/ 3335385 h 4270817"/>
              <a:gd name="connsiteX6" fmla="*/ 0 w 12206514"/>
              <a:gd name="connsiteY6" fmla="*/ 4108329 h 4270817"/>
              <a:gd name="connsiteX7" fmla="*/ 0 w 12206514"/>
              <a:gd name="connsiteY7" fmla="*/ 0 h 4270817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1843314 w 12206514"/>
              <a:gd name="connsiteY5" fmla="*/ 3335385 h 4108329"/>
              <a:gd name="connsiteX6" fmla="*/ 0 w 12206514"/>
              <a:gd name="connsiteY6" fmla="*/ 4108329 h 4108329"/>
              <a:gd name="connsiteX7" fmla="*/ 0 w 12206514"/>
              <a:gd name="connsiteY7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1843314 w 12206514"/>
              <a:gd name="connsiteY5" fmla="*/ 3335385 h 4108329"/>
              <a:gd name="connsiteX6" fmla="*/ 0 w 12206514"/>
              <a:gd name="connsiteY6" fmla="*/ 4108329 h 4108329"/>
              <a:gd name="connsiteX7" fmla="*/ 0 w 12206514"/>
              <a:gd name="connsiteY7" fmla="*/ 0 h 4108329"/>
              <a:gd name="connsiteX0" fmla="*/ 0 w 12206514"/>
              <a:gd name="connsiteY0" fmla="*/ 0 h 4108329"/>
              <a:gd name="connsiteX1" fmla="*/ 12206514 w 12206514"/>
              <a:gd name="connsiteY1" fmla="*/ 0 h 4108329"/>
              <a:gd name="connsiteX2" fmla="*/ 12180388 w 12206514"/>
              <a:gd name="connsiteY2" fmla="*/ 3333267 h 4108329"/>
              <a:gd name="connsiteX3" fmla="*/ 9715863 w 12206514"/>
              <a:gd name="connsiteY3" fmla="*/ 4075612 h 4108329"/>
              <a:gd name="connsiteX4" fmla="*/ 4908731 w 12206514"/>
              <a:gd name="connsiteY4" fmla="*/ 3614058 h 4108329"/>
              <a:gd name="connsiteX5" fmla="*/ 1843314 w 12206514"/>
              <a:gd name="connsiteY5" fmla="*/ 3335385 h 4108329"/>
              <a:gd name="connsiteX6" fmla="*/ 0 w 12206514"/>
              <a:gd name="connsiteY6" fmla="*/ 4108329 h 4108329"/>
              <a:gd name="connsiteX7" fmla="*/ 0 w 12206514"/>
              <a:gd name="connsiteY7" fmla="*/ 0 h 4108329"/>
              <a:gd name="connsiteX0" fmla="*/ 0 w 12206514"/>
              <a:gd name="connsiteY0" fmla="*/ 0 h 4078083"/>
              <a:gd name="connsiteX1" fmla="*/ 12206514 w 12206514"/>
              <a:gd name="connsiteY1" fmla="*/ 0 h 4078083"/>
              <a:gd name="connsiteX2" fmla="*/ 12180388 w 12206514"/>
              <a:gd name="connsiteY2" fmla="*/ 3333267 h 4078083"/>
              <a:gd name="connsiteX3" fmla="*/ 9715863 w 12206514"/>
              <a:gd name="connsiteY3" fmla="*/ 4075612 h 4078083"/>
              <a:gd name="connsiteX4" fmla="*/ 4908731 w 12206514"/>
              <a:gd name="connsiteY4" fmla="*/ 3614058 h 4078083"/>
              <a:gd name="connsiteX5" fmla="*/ 1843314 w 12206514"/>
              <a:gd name="connsiteY5" fmla="*/ 3335385 h 4078083"/>
              <a:gd name="connsiteX6" fmla="*/ 0 w 12206514"/>
              <a:gd name="connsiteY6" fmla="*/ 3524854 h 4078083"/>
              <a:gd name="connsiteX7" fmla="*/ 0 w 12206514"/>
              <a:gd name="connsiteY7" fmla="*/ 0 h 4078083"/>
              <a:gd name="connsiteX0" fmla="*/ 0 w 12206514"/>
              <a:gd name="connsiteY0" fmla="*/ 0 h 4078083"/>
              <a:gd name="connsiteX1" fmla="*/ 12206514 w 12206514"/>
              <a:gd name="connsiteY1" fmla="*/ 0 h 4078083"/>
              <a:gd name="connsiteX2" fmla="*/ 12180388 w 12206514"/>
              <a:gd name="connsiteY2" fmla="*/ 3333267 h 4078083"/>
              <a:gd name="connsiteX3" fmla="*/ 9715863 w 12206514"/>
              <a:gd name="connsiteY3" fmla="*/ 4075612 h 4078083"/>
              <a:gd name="connsiteX4" fmla="*/ 4908731 w 12206514"/>
              <a:gd name="connsiteY4" fmla="*/ 3614058 h 4078083"/>
              <a:gd name="connsiteX5" fmla="*/ 1843314 w 12206514"/>
              <a:gd name="connsiteY5" fmla="*/ 3335385 h 4078083"/>
              <a:gd name="connsiteX6" fmla="*/ 0 w 12206514"/>
              <a:gd name="connsiteY6" fmla="*/ 3524854 h 4078083"/>
              <a:gd name="connsiteX7" fmla="*/ 0 w 12206514"/>
              <a:gd name="connsiteY7" fmla="*/ 0 h 4078083"/>
              <a:gd name="connsiteX0" fmla="*/ 0 w 12206514"/>
              <a:gd name="connsiteY0" fmla="*/ 0 h 4078083"/>
              <a:gd name="connsiteX1" fmla="*/ 12206514 w 12206514"/>
              <a:gd name="connsiteY1" fmla="*/ 0 h 4078083"/>
              <a:gd name="connsiteX2" fmla="*/ 12180388 w 12206514"/>
              <a:gd name="connsiteY2" fmla="*/ 3333267 h 4078083"/>
              <a:gd name="connsiteX3" fmla="*/ 9715863 w 12206514"/>
              <a:gd name="connsiteY3" fmla="*/ 4075612 h 4078083"/>
              <a:gd name="connsiteX4" fmla="*/ 4908731 w 12206514"/>
              <a:gd name="connsiteY4" fmla="*/ 3614058 h 4078083"/>
              <a:gd name="connsiteX5" fmla="*/ 1843314 w 12206514"/>
              <a:gd name="connsiteY5" fmla="*/ 3335385 h 4078083"/>
              <a:gd name="connsiteX6" fmla="*/ 0 w 12206514"/>
              <a:gd name="connsiteY6" fmla="*/ 3524854 h 4078083"/>
              <a:gd name="connsiteX7" fmla="*/ 0 w 12206514"/>
              <a:gd name="connsiteY7" fmla="*/ 0 h 4078083"/>
              <a:gd name="connsiteX0" fmla="*/ 0 w 12206514"/>
              <a:gd name="connsiteY0" fmla="*/ 0 h 4078083"/>
              <a:gd name="connsiteX1" fmla="*/ 12206514 w 12206514"/>
              <a:gd name="connsiteY1" fmla="*/ 0 h 4078083"/>
              <a:gd name="connsiteX2" fmla="*/ 12180388 w 12206514"/>
              <a:gd name="connsiteY2" fmla="*/ 3333267 h 4078083"/>
              <a:gd name="connsiteX3" fmla="*/ 9715863 w 12206514"/>
              <a:gd name="connsiteY3" fmla="*/ 4075612 h 4078083"/>
              <a:gd name="connsiteX4" fmla="*/ 4908731 w 12206514"/>
              <a:gd name="connsiteY4" fmla="*/ 3614058 h 4078083"/>
              <a:gd name="connsiteX5" fmla="*/ 1843314 w 12206514"/>
              <a:gd name="connsiteY5" fmla="*/ 3335385 h 4078083"/>
              <a:gd name="connsiteX6" fmla="*/ 0 w 12206514"/>
              <a:gd name="connsiteY6" fmla="*/ 3524854 h 4078083"/>
              <a:gd name="connsiteX7" fmla="*/ 0 w 12206514"/>
              <a:gd name="connsiteY7" fmla="*/ 0 h 4078083"/>
              <a:gd name="connsiteX0" fmla="*/ 0 w 12206514"/>
              <a:gd name="connsiteY0" fmla="*/ 0 h 4078083"/>
              <a:gd name="connsiteX1" fmla="*/ 12206514 w 12206514"/>
              <a:gd name="connsiteY1" fmla="*/ 0 h 4078083"/>
              <a:gd name="connsiteX2" fmla="*/ 12180388 w 12206514"/>
              <a:gd name="connsiteY2" fmla="*/ 3333267 h 4078083"/>
              <a:gd name="connsiteX3" fmla="*/ 9715863 w 12206514"/>
              <a:gd name="connsiteY3" fmla="*/ 4075612 h 4078083"/>
              <a:gd name="connsiteX4" fmla="*/ 4908731 w 12206514"/>
              <a:gd name="connsiteY4" fmla="*/ 3614058 h 4078083"/>
              <a:gd name="connsiteX5" fmla="*/ 1843314 w 12206514"/>
              <a:gd name="connsiteY5" fmla="*/ 3335385 h 4078083"/>
              <a:gd name="connsiteX6" fmla="*/ 0 w 12206514"/>
              <a:gd name="connsiteY6" fmla="*/ 3524854 h 4078083"/>
              <a:gd name="connsiteX7" fmla="*/ 0 w 12206514"/>
              <a:gd name="connsiteY7" fmla="*/ 0 h 4078083"/>
              <a:gd name="connsiteX0" fmla="*/ 0 w 12206514"/>
              <a:gd name="connsiteY0" fmla="*/ 0 h 4078083"/>
              <a:gd name="connsiteX1" fmla="*/ 12206514 w 12206514"/>
              <a:gd name="connsiteY1" fmla="*/ 0 h 4078083"/>
              <a:gd name="connsiteX2" fmla="*/ 12180388 w 12206514"/>
              <a:gd name="connsiteY2" fmla="*/ 3333267 h 4078083"/>
              <a:gd name="connsiteX3" fmla="*/ 9715863 w 12206514"/>
              <a:gd name="connsiteY3" fmla="*/ 4075612 h 4078083"/>
              <a:gd name="connsiteX4" fmla="*/ 4908731 w 12206514"/>
              <a:gd name="connsiteY4" fmla="*/ 3614058 h 4078083"/>
              <a:gd name="connsiteX5" fmla="*/ 1843314 w 12206514"/>
              <a:gd name="connsiteY5" fmla="*/ 3335385 h 4078083"/>
              <a:gd name="connsiteX6" fmla="*/ 0 w 12206514"/>
              <a:gd name="connsiteY6" fmla="*/ 3524854 h 4078083"/>
              <a:gd name="connsiteX7" fmla="*/ 0 w 12206514"/>
              <a:gd name="connsiteY7" fmla="*/ 0 h 4078083"/>
              <a:gd name="connsiteX0" fmla="*/ 0 w 12206514"/>
              <a:gd name="connsiteY0" fmla="*/ 0 h 4078083"/>
              <a:gd name="connsiteX1" fmla="*/ 12206514 w 12206514"/>
              <a:gd name="connsiteY1" fmla="*/ 0 h 4078083"/>
              <a:gd name="connsiteX2" fmla="*/ 12180388 w 12206514"/>
              <a:gd name="connsiteY2" fmla="*/ 3333267 h 4078083"/>
              <a:gd name="connsiteX3" fmla="*/ 9715863 w 12206514"/>
              <a:gd name="connsiteY3" fmla="*/ 4075612 h 4078083"/>
              <a:gd name="connsiteX4" fmla="*/ 4908731 w 12206514"/>
              <a:gd name="connsiteY4" fmla="*/ 3614058 h 4078083"/>
              <a:gd name="connsiteX5" fmla="*/ 1843314 w 12206514"/>
              <a:gd name="connsiteY5" fmla="*/ 3335385 h 4078083"/>
              <a:gd name="connsiteX6" fmla="*/ 0 w 12206514"/>
              <a:gd name="connsiteY6" fmla="*/ 3524854 h 4078083"/>
              <a:gd name="connsiteX7" fmla="*/ 0 w 12206514"/>
              <a:gd name="connsiteY7" fmla="*/ 0 h 4078083"/>
              <a:gd name="connsiteX0" fmla="*/ 0 w 12206514"/>
              <a:gd name="connsiteY0" fmla="*/ 0 h 4095314"/>
              <a:gd name="connsiteX1" fmla="*/ 12206514 w 12206514"/>
              <a:gd name="connsiteY1" fmla="*/ 0 h 4095314"/>
              <a:gd name="connsiteX2" fmla="*/ 12180388 w 12206514"/>
              <a:gd name="connsiteY2" fmla="*/ 3333267 h 4095314"/>
              <a:gd name="connsiteX3" fmla="*/ 9541691 w 12206514"/>
              <a:gd name="connsiteY3" fmla="*/ 4093030 h 4095314"/>
              <a:gd name="connsiteX4" fmla="*/ 4908731 w 12206514"/>
              <a:gd name="connsiteY4" fmla="*/ 3614058 h 4095314"/>
              <a:gd name="connsiteX5" fmla="*/ 1843314 w 12206514"/>
              <a:gd name="connsiteY5" fmla="*/ 3335385 h 4095314"/>
              <a:gd name="connsiteX6" fmla="*/ 0 w 12206514"/>
              <a:gd name="connsiteY6" fmla="*/ 3524854 h 4095314"/>
              <a:gd name="connsiteX7" fmla="*/ 0 w 12206514"/>
              <a:gd name="connsiteY7" fmla="*/ 0 h 4095314"/>
              <a:gd name="connsiteX0" fmla="*/ 0 w 12206514"/>
              <a:gd name="connsiteY0" fmla="*/ 0 h 4100551"/>
              <a:gd name="connsiteX1" fmla="*/ 12206514 w 12206514"/>
              <a:gd name="connsiteY1" fmla="*/ 0 h 4100551"/>
              <a:gd name="connsiteX2" fmla="*/ 12180388 w 12206514"/>
              <a:gd name="connsiteY2" fmla="*/ 3333267 h 4100551"/>
              <a:gd name="connsiteX3" fmla="*/ 9541691 w 12206514"/>
              <a:gd name="connsiteY3" fmla="*/ 4093030 h 4100551"/>
              <a:gd name="connsiteX4" fmla="*/ 4908731 w 12206514"/>
              <a:gd name="connsiteY4" fmla="*/ 3614058 h 4100551"/>
              <a:gd name="connsiteX5" fmla="*/ 1843314 w 12206514"/>
              <a:gd name="connsiteY5" fmla="*/ 3335385 h 4100551"/>
              <a:gd name="connsiteX6" fmla="*/ 0 w 12206514"/>
              <a:gd name="connsiteY6" fmla="*/ 3524854 h 4100551"/>
              <a:gd name="connsiteX7" fmla="*/ 0 w 12206514"/>
              <a:gd name="connsiteY7" fmla="*/ 0 h 4100551"/>
              <a:gd name="connsiteX0" fmla="*/ 0 w 12206514"/>
              <a:gd name="connsiteY0" fmla="*/ 0 h 4100551"/>
              <a:gd name="connsiteX1" fmla="*/ 12206514 w 12206514"/>
              <a:gd name="connsiteY1" fmla="*/ 0 h 4100551"/>
              <a:gd name="connsiteX2" fmla="*/ 12180388 w 12206514"/>
              <a:gd name="connsiteY2" fmla="*/ 3333267 h 4100551"/>
              <a:gd name="connsiteX3" fmla="*/ 9541691 w 12206514"/>
              <a:gd name="connsiteY3" fmla="*/ 4093030 h 4100551"/>
              <a:gd name="connsiteX4" fmla="*/ 4908731 w 12206514"/>
              <a:gd name="connsiteY4" fmla="*/ 3614058 h 4100551"/>
              <a:gd name="connsiteX5" fmla="*/ 1843314 w 12206514"/>
              <a:gd name="connsiteY5" fmla="*/ 3335385 h 4100551"/>
              <a:gd name="connsiteX6" fmla="*/ 0 w 12206514"/>
              <a:gd name="connsiteY6" fmla="*/ 3524854 h 4100551"/>
              <a:gd name="connsiteX7" fmla="*/ 0 w 12206514"/>
              <a:gd name="connsiteY7" fmla="*/ 0 h 4100551"/>
              <a:gd name="connsiteX0" fmla="*/ 0 w 12206514"/>
              <a:gd name="connsiteY0" fmla="*/ 0 h 4100551"/>
              <a:gd name="connsiteX1" fmla="*/ 12206514 w 12206514"/>
              <a:gd name="connsiteY1" fmla="*/ 0 h 4100551"/>
              <a:gd name="connsiteX2" fmla="*/ 12180388 w 12206514"/>
              <a:gd name="connsiteY2" fmla="*/ 3333267 h 4100551"/>
              <a:gd name="connsiteX3" fmla="*/ 9480731 w 12206514"/>
              <a:gd name="connsiteY3" fmla="*/ 4093030 h 4100551"/>
              <a:gd name="connsiteX4" fmla="*/ 4908731 w 12206514"/>
              <a:gd name="connsiteY4" fmla="*/ 3614058 h 4100551"/>
              <a:gd name="connsiteX5" fmla="*/ 1843314 w 12206514"/>
              <a:gd name="connsiteY5" fmla="*/ 3335385 h 4100551"/>
              <a:gd name="connsiteX6" fmla="*/ 0 w 12206514"/>
              <a:gd name="connsiteY6" fmla="*/ 3524854 h 4100551"/>
              <a:gd name="connsiteX7" fmla="*/ 0 w 12206514"/>
              <a:gd name="connsiteY7" fmla="*/ 0 h 4100551"/>
              <a:gd name="connsiteX0" fmla="*/ 0 w 12206514"/>
              <a:gd name="connsiteY0" fmla="*/ 0 h 4100551"/>
              <a:gd name="connsiteX1" fmla="*/ 12206514 w 12206514"/>
              <a:gd name="connsiteY1" fmla="*/ 0 h 4100551"/>
              <a:gd name="connsiteX2" fmla="*/ 12189718 w 12206514"/>
              <a:gd name="connsiteY2" fmla="*/ 3314606 h 4100551"/>
              <a:gd name="connsiteX3" fmla="*/ 9480731 w 12206514"/>
              <a:gd name="connsiteY3" fmla="*/ 4093030 h 4100551"/>
              <a:gd name="connsiteX4" fmla="*/ 4908731 w 12206514"/>
              <a:gd name="connsiteY4" fmla="*/ 3614058 h 4100551"/>
              <a:gd name="connsiteX5" fmla="*/ 1843314 w 12206514"/>
              <a:gd name="connsiteY5" fmla="*/ 3335385 h 4100551"/>
              <a:gd name="connsiteX6" fmla="*/ 0 w 12206514"/>
              <a:gd name="connsiteY6" fmla="*/ 3524854 h 4100551"/>
              <a:gd name="connsiteX7" fmla="*/ 0 w 12206514"/>
              <a:gd name="connsiteY7" fmla="*/ 0 h 4100551"/>
              <a:gd name="connsiteX0" fmla="*/ 0 w 12206514"/>
              <a:gd name="connsiteY0" fmla="*/ 0 h 4100551"/>
              <a:gd name="connsiteX1" fmla="*/ 12206514 w 12206514"/>
              <a:gd name="connsiteY1" fmla="*/ 0 h 4100551"/>
              <a:gd name="connsiteX2" fmla="*/ 12189718 w 12206514"/>
              <a:gd name="connsiteY2" fmla="*/ 3314606 h 4100551"/>
              <a:gd name="connsiteX3" fmla="*/ 9480731 w 12206514"/>
              <a:gd name="connsiteY3" fmla="*/ 4093030 h 4100551"/>
              <a:gd name="connsiteX4" fmla="*/ 4908731 w 12206514"/>
              <a:gd name="connsiteY4" fmla="*/ 3614058 h 4100551"/>
              <a:gd name="connsiteX5" fmla="*/ 1843314 w 12206514"/>
              <a:gd name="connsiteY5" fmla="*/ 3335385 h 4100551"/>
              <a:gd name="connsiteX6" fmla="*/ 0 w 12206514"/>
              <a:gd name="connsiteY6" fmla="*/ 3524854 h 4100551"/>
              <a:gd name="connsiteX7" fmla="*/ 0 w 12206514"/>
              <a:gd name="connsiteY7" fmla="*/ 0 h 4100551"/>
              <a:gd name="connsiteX0" fmla="*/ 0 w 12206514"/>
              <a:gd name="connsiteY0" fmla="*/ 0 h 4100551"/>
              <a:gd name="connsiteX1" fmla="*/ 12206514 w 12206514"/>
              <a:gd name="connsiteY1" fmla="*/ 0 h 4100551"/>
              <a:gd name="connsiteX2" fmla="*/ 12199049 w 12206514"/>
              <a:gd name="connsiteY2" fmla="*/ 3333267 h 4100551"/>
              <a:gd name="connsiteX3" fmla="*/ 9480731 w 12206514"/>
              <a:gd name="connsiteY3" fmla="*/ 4093030 h 4100551"/>
              <a:gd name="connsiteX4" fmla="*/ 4908731 w 12206514"/>
              <a:gd name="connsiteY4" fmla="*/ 3614058 h 4100551"/>
              <a:gd name="connsiteX5" fmla="*/ 1843314 w 12206514"/>
              <a:gd name="connsiteY5" fmla="*/ 3335385 h 4100551"/>
              <a:gd name="connsiteX6" fmla="*/ 0 w 12206514"/>
              <a:gd name="connsiteY6" fmla="*/ 3524854 h 4100551"/>
              <a:gd name="connsiteX7" fmla="*/ 0 w 12206514"/>
              <a:gd name="connsiteY7" fmla="*/ 0 h 410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06514" h="4100551">
                <a:moveTo>
                  <a:pt x="0" y="0"/>
                </a:moveTo>
                <a:lnTo>
                  <a:pt x="12206514" y="0"/>
                </a:lnTo>
                <a:cubicBezTo>
                  <a:pt x="12200915" y="1104869"/>
                  <a:pt x="12204648" y="2228398"/>
                  <a:pt x="12199049" y="3333267"/>
                </a:cubicBezTo>
                <a:cubicBezTo>
                  <a:pt x="11386249" y="3847778"/>
                  <a:pt x="10441576" y="3970405"/>
                  <a:pt x="9480731" y="4093030"/>
                </a:cubicBezTo>
                <a:cubicBezTo>
                  <a:pt x="8049622" y="4145282"/>
                  <a:pt x="6392091" y="3918858"/>
                  <a:pt x="4908731" y="3614058"/>
                </a:cubicBezTo>
                <a:cubicBezTo>
                  <a:pt x="3389085" y="3348446"/>
                  <a:pt x="2905276" y="3331385"/>
                  <a:pt x="1843314" y="3335385"/>
                </a:cubicBezTo>
                <a:cubicBezTo>
                  <a:pt x="476553" y="3452598"/>
                  <a:pt x="717974" y="3415996"/>
                  <a:pt x="0" y="3524854"/>
                </a:cubicBez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61" dirty="0"/>
          </a:p>
        </p:txBody>
      </p:sp>
      <p:sp>
        <p:nvSpPr>
          <p:cNvPr id="6" name="矩形 5"/>
          <p:cNvSpPr/>
          <p:nvPr/>
        </p:nvSpPr>
        <p:spPr>
          <a:xfrm>
            <a:off x="-21267" y="5542175"/>
            <a:ext cx="10041941" cy="1306286"/>
          </a:xfrm>
          <a:custGeom>
            <a:avLst/>
            <a:gdLst>
              <a:gd name="connsiteX0" fmla="*/ 0 w 6582843"/>
              <a:gd name="connsiteY0" fmla="*/ 0 h 623578"/>
              <a:gd name="connsiteX1" fmla="*/ 6582843 w 6582843"/>
              <a:gd name="connsiteY1" fmla="*/ 0 h 623578"/>
              <a:gd name="connsiteX2" fmla="*/ 6582843 w 6582843"/>
              <a:gd name="connsiteY2" fmla="*/ 623578 h 623578"/>
              <a:gd name="connsiteX3" fmla="*/ 0 w 6582843"/>
              <a:gd name="connsiteY3" fmla="*/ 623578 h 623578"/>
              <a:gd name="connsiteX4" fmla="*/ 0 w 6582843"/>
              <a:gd name="connsiteY4" fmla="*/ 0 h 623578"/>
              <a:gd name="connsiteX0" fmla="*/ 0 w 6582843"/>
              <a:gd name="connsiteY0" fmla="*/ 207148 h 830726"/>
              <a:gd name="connsiteX1" fmla="*/ 1460759 w 6582843"/>
              <a:gd name="connsiteY1" fmla="*/ 0 h 830726"/>
              <a:gd name="connsiteX2" fmla="*/ 6582843 w 6582843"/>
              <a:gd name="connsiteY2" fmla="*/ 207148 h 830726"/>
              <a:gd name="connsiteX3" fmla="*/ 6582843 w 6582843"/>
              <a:gd name="connsiteY3" fmla="*/ 830726 h 830726"/>
              <a:gd name="connsiteX4" fmla="*/ 0 w 6582843"/>
              <a:gd name="connsiteY4" fmla="*/ 830726 h 830726"/>
              <a:gd name="connsiteX5" fmla="*/ 0 w 6582843"/>
              <a:gd name="connsiteY5" fmla="*/ 207148 h 830726"/>
              <a:gd name="connsiteX0" fmla="*/ 0 w 6582843"/>
              <a:gd name="connsiteY0" fmla="*/ 207148 h 830726"/>
              <a:gd name="connsiteX1" fmla="*/ 1460759 w 6582843"/>
              <a:gd name="connsiteY1" fmla="*/ 0 h 830726"/>
              <a:gd name="connsiteX2" fmla="*/ 6582843 w 6582843"/>
              <a:gd name="connsiteY2" fmla="*/ 207148 h 830726"/>
              <a:gd name="connsiteX3" fmla="*/ 6582843 w 6582843"/>
              <a:gd name="connsiteY3" fmla="*/ 830726 h 830726"/>
              <a:gd name="connsiteX4" fmla="*/ 0 w 6582843"/>
              <a:gd name="connsiteY4" fmla="*/ 830726 h 830726"/>
              <a:gd name="connsiteX5" fmla="*/ 0 w 6582843"/>
              <a:gd name="connsiteY5" fmla="*/ 207148 h 830726"/>
              <a:gd name="connsiteX0" fmla="*/ 0 w 6582843"/>
              <a:gd name="connsiteY0" fmla="*/ 207148 h 830726"/>
              <a:gd name="connsiteX1" fmla="*/ 1460759 w 6582843"/>
              <a:gd name="connsiteY1" fmla="*/ 0 h 830726"/>
              <a:gd name="connsiteX2" fmla="*/ 3532155 w 6582843"/>
              <a:gd name="connsiteY2" fmla="*/ 279918 h 830726"/>
              <a:gd name="connsiteX3" fmla="*/ 6582843 w 6582843"/>
              <a:gd name="connsiteY3" fmla="*/ 207148 h 830726"/>
              <a:gd name="connsiteX4" fmla="*/ 6582843 w 6582843"/>
              <a:gd name="connsiteY4" fmla="*/ 830726 h 830726"/>
              <a:gd name="connsiteX5" fmla="*/ 0 w 6582843"/>
              <a:gd name="connsiteY5" fmla="*/ 830726 h 830726"/>
              <a:gd name="connsiteX6" fmla="*/ 0 w 6582843"/>
              <a:gd name="connsiteY6" fmla="*/ 207148 h 830726"/>
              <a:gd name="connsiteX0" fmla="*/ 0 w 6582843"/>
              <a:gd name="connsiteY0" fmla="*/ 207148 h 830726"/>
              <a:gd name="connsiteX1" fmla="*/ 1460759 w 6582843"/>
              <a:gd name="connsiteY1" fmla="*/ 0 h 830726"/>
              <a:gd name="connsiteX2" fmla="*/ 3448179 w 6582843"/>
              <a:gd name="connsiteY2" fmla="*/ 111967 h 830726"/>
              <a:gd name="connsiteX3" fmla="*/ 6582843 w 6582843"/>
              <a:gd name="connsiteY3" fmla="*/ 207148 h 830726"/>
              <a:gd name="connsiteX4" fmla="*/ 6582843 w 6582843"/>
              <a:gd name="connsiteY4" fmla="*/ 830726 h 830726"/>
              <a:gd name="connsiteX5" fmla="*/ 0 w 6582843"/>
              <a:gd name="connsiteY5" fmla="*/ 830726 h 830726"/>
              <a:gd name="connsiteX6" fmla="*/ 0 w 6582843"/>
              <a:gd name="connsiteY6" fmla="*/ 207148 h 830726"/>
              <a:gd name="connsiteX0" fmla="*/ 0 w 6582843"/>
              <a:gd name="connsiteY0" fmla="*/ 207148 h 830726"/>
              <a:gd name="connsiteX1" fmla="*/ 1460759 w 6582843"/>
              <a:gd name="connsiteY1" fmla="*/ 0 h 830726"/>
              <a:gd name="connsiteX2" fmla="*/ 3448179 w 6582843"/>
              <a:gd name="connsiteY2" fmla="*/ 111967 h 830726"/>
              <a:gd name="connsiteX3" fmla="*/ 6582843 w 6582843"/>
              <a:gd name="connsiteY3" fmla="*/ 207148 h 830726"/>
              <a:gd name="connsiteX4" fmla="*/ 6582843 w 6582843"/>
              <a:gd name="connsiteY4" fmla="*/ 830726 h 830726"/>
              <a:gd name="connsiteX5" fmla="*/ 0 w 6582843"/>
              <a:gd name="connsiteY5" fmla="*/ 830726 h 830726"/>
              <a:gd name="connsiteX6" fmla="*/ 0 w 6582843"/>
              <a:gd name="connsiteY6" fmla="*/ 207148 h 830726"/>
              <a:gd name="connsiteX0" fmla="*/ 0 w 6582843"/>
              <a:gd name="connsiteY0" fmla="*/ 207148 h 830726"/>
              <a:gd name="connsiteX1" fmla="*/ 1460759 w 6582843"/>
              <a:gd name="connsiteY1" fmla="*/ 0 h 830726"/>
              <a:gd name="connsiteX2" fmla="*/ 3448179 w 6582843"/>
              <a:gd name="connsiteY2" fmla="*/ 111967 h 830726"/>
              <a:gd name="connsiteX3" fmla="*/ 6582843 w 6582843"/>
              <a:gd name="connsiteY3" fmla="*/ 207148 h 830726"/>
              <a:gd name="connsiteX4" fmla="*/ 6582843 w 6582843"/>
              <a:gd name="connsiteY4" fmla="*/ 830726 h 830726"/>
              <a:gd name="connsiteX5" fmla="*/ 0 w 6582843"/>
              <a:gd name="connsiteY5" fmla="*/ 830726 h 830726"/>
              <a:gd name="connsiteX6" fmla="*/ 0 w 6582843"/>
              <a:gd name="connsiteY6" fmla="*/ 207148 h 830726"/>
              <a:gd name="connsiteX0" fmla="*/ 0 w 6582843"/>
              <a:gd name="connsiteY0" fmla="*/ 208965 h 832543"/>
              <a:gd name="connsiteX1" fmla="*/ 1460759 w 6582843"/>
              <a:gd name="connsiteY1" fmla="*/ 1817 h 832543"/>
              <a:gd name="connsiteX2" fmla="*/ 3448179 w 6582843"/>
              <a:gd name="connsiteY2" fmla="*/ 113784 h 832543"/>
              <a:gd name="connsiteX3" fmla="*/ 6582843 w 6582843"/>
              <a:gd name="connsiteY3" fmla="*/ 208965 h 832543"/>
              <a:gd name="connsiteX4" fmla="*/ 6582843 w 6582843"/>
              <a:gd name="connsiteY4" fmla="*/ 832543 h 832543"/>
              <a:gd name="connsiteX5" fmla="*/ 0 w 6582843"/>
              <a:gd name="connsiteY5" fmla="*/ 832543 h 832543"/>
              <a:gd name="connsiteX6" fmla="*/ 0 w 6582843"/>
              <a:gd name="connsiteY6" fmla="*/ 208965 h 832543"/>
              <a:gd name="connsiteX0" fmla="*/ 0 w 6582843"/>
              <a:gd name="connsiteY0" fmla="*/ 207712 h 831290"/>
              <a:gd name="connsiteX1" fmla="*/ 1460759 w 6582843"/>
              <a:gd name="connsiteY1" fmla="*/ 564 h 831290"/>
              <a:gd name="connsiteX2" fmla="*/ 3448179 w 6582843"/>
              <a:gd name="connsiteY2" fmla="*/ 112531 h 831290"/>
              <a:gd name="connsiteX3" fmla="*/ 6582843 w 6582843"/>
              <a:gd name="connsiteY3" fmla="*/ 207712 h 831290"/>
              <a:gd name="connsiteX4" fmla="*/ 6582843 w 6582843"/>
              <a:gd name="connsiteY4" fmla="*/ 831290 h 831290"/>
              <a:gd name="connsiteX5" fmla="*/ 0 w 6582843"/>
              <a:gd name="connsiteY5" fmla="*/ 831290 h 831290"/>
              <a:gd name="connsiteX6" fmla="*/ 0 w 6582843"/>
              <a:gd name="connsiteY6" fmla="*/ 207712 h 831290"/>
              <a:gd name="connsiteX0" fmla="*/ 0 w 6582843"/>
              <a:gd name="connsiteY0" fmla="*/ 207712 h 831290"/>
              <a:gd name="connsiteX1" fmla="*/ 1460759 w 6582843"/>
              <a:gd name="connsiteY1" fmla="*/ 564 h 831290"/>
              <a:gd name="connsiteX2" fmla="*/ 3448179 w 6582843"/>
              <a:gd name="connsiteY2" fmla="*/ 112531 h 831290"/>
              <a:gd name="connsiteX3" fmla="*/ 6582843 w 6582843"/>
              <a:gd name="connsiteY3" fmla="*/ 207712 h 831290"/>
              <a:gd name="connsiteX4" fmla="*/ 6582843 w 6582843"/>
              <a:gd name="connsiteY4" fmla="*/ 831290 h 831290"/>
              <a:gd name="connsiteX5" fmla="*/ 0 w 6582843"/>
              <a:gd name="connsiteY5" fmla="*/ 831290 h 831290"/>
              <a:gd name="connsiteX6" fmla="*/ 0 w 6582843"/>
              <a:gd name="connsiteY6" fmla="*/ 207712 h 831290"/>
              <a:gd name="connsiteX0" fmla="*/ 0 w 6582843"/>
              <a:gd name="connsiteY0" fmla="*/ 207712 h 831290"/>
              <a:gd name="connsiteX1" fmla="*/ 1460759 w 6582843"/>
              <a:gd name="connsiteY1" fmla="*/ 564 h 831290"/>
              <a:gd name="connsiteX2" fmla="*/ 3448179 w 6582843"/>
              <a:gd name="connsiteY2" fmla="*/ 112531 h 831290"/>
              <a:gd name="connsiteX3" fmla="*/ 6582843 w 6582843"/>
              <a:gd name="connsiteY3" fmla="*/ 207712 h 831290"/>
              <a:gd name="connsiteX4" fmla="*/ 6582843 w 6582843"/>
              <a:gd name="connsiteY4" fmla="*/ 831290 h 831290"/>
              <a:gd name="connsiteX5" fmla="*/ 0 w 6582843"/>
              <a:gd name="connsiteY5" fmla="*/ 831290 h 831290"/>
              <a:gd name="connsiteX6" fmla="*/ 0 w 6582843"/>
              <a:gd name="connsiteY6" fmla="*/ 207712 h 831290"/>
              <a:gd name="connsiteX0" fmla="*/ 0 w 6582843"/>
              <a:gd name="connsiteY0" fmla="*/ 207712 h 831290"/>
              <a:gd name="connsiteX1" fmla="*/ 1460759 w 6582843"/>
              <a:gd name="connsiteY1" fmla="*/ 564 h 831290"/>
              <a:gd name="connsiteX2" fmla="*/ 3448179 w 6582843"/>
              <a:gd name="connsiteY2" fmla="*/ 112531 h 831290"/>
              <a:gd name="connsiteX3" fmla="*/ 6582843 w 6582843"/>
              <a:gd name="connsiteY3" fmla="*/ 207712 h 831290"/>
              <a:gd name="connsiteX4" fmla="*/ 6582843 w 6582843"/>
              <a:gd name="connsiteY4" fmla="*/ 831290 h 831290"/>
              <a:gd name="connsiteX5" fmla="*/ 0 w 6582843"/>
              <a:gd name="connsiteY5" fmla="*/ 831290 h 831290"/>
              <a:gd name="connsiteX6" fmla="*/ 0 w 6582843"/>
              <a:gd name="connsiteY6" fmla="*/ 207712 h 831290"/>
              <a:gd name="connsiteX0" fmla="*/ 0 w 6582843"/>
              <a:gd name="connsiteY0" fmla="*/ 207712 h 831290"/>
              <a:gd name="connsiteX1" fmla="*/ 1460759 w 6582843"/>
              <a:gd name="connsiteY1" fmla="*/ 564 h 831290"/>
              <a:gd name="connsiteX2" fmla="*/ 3448179 w 6582843"/>
              <a:gd name="connsiteY2" fmla="*/ 112531 h 831290"/>
              <a:gd name="connsiteX3" fmla="*/ 6125643 w 6582843"/>
              <a:gd name="connsiteY3" fmla="*/ 562275 h 831290"/>
              <a:gd name="connsiteX4" fmla="*/ 6582843 w 6582843"/>
              <a:gd name="connsiteY4" fmla="*/ 831290 h 831290"/>
              <a:gd name="connsiteX5" fmla="*/ 0 w 6582843"/>
              <a:gd name="connsiteY5" fmla="*/ 831290 h 831290"/>
              <a:gd name="connsiteX6" fmla="*/ 0 w 6582843"/>
              <a:gd name="connsiteY6" fmla="*/ 207712 h 831290"/>
              <a:gd name="connsiteX0" fmla="*/ 0 w 6582843"/>
              <a:gd name="connsiteY0" fmla="*/ 207712 h 831290"/>
              <a:gd name="connsiteX1" fmla="*/ 1460759 w 6582843"/>
              <a:gd name="connsiteY1" fmla="*/ 564 h 831290"/>
              <a:gd name="connsiteX2" fmla="*/ 3448179 w 6582843"/>
              <a:gd name="connsiteY2" fmla="*/ 112531 h 831290"/>
              <a:gd name="connsiteX3" fmla="*/ 5873717 w 6582843"/>
              <a:gd name="connsiteY3" fmla="*/ 618259 h 831290"/>
              <a:gd name="connsiteX4" fmla="*/ 6582843 w 6582843"/>
              <a:gd name="connsiteY4" fmla="*/ 831290 h 831290"/>
              <a:gd name="connsiteX5" fmla="*/ 0 w 6582843"/>
              <a:gd name="connsiteY5" fmla="*/ 831290 h 831290"/>
              <a:gd name="connsiteX6" fmla="*/ 0 w 6582843"/>
              <a:gd name="connsiteY6" fmla="*/ 207712 h 831290"/>
              <a:gd name="connsiteX0" fmla="*/ 0 w 6582843"/>
              <a:gd name="connsiteY0" fmla="*/ 207712 h 831290"/>
              <a:gd name="connsiteX1" fmla="*/ 1460759 w 6582843"/>
              <a:gd name="connsiteY1" fmla="*/ 564 h 831290"/>
              <a:gd name="connsiteX2" fmla="*/ 3448179 w 6582843"/>
              <a:gd name="connsiteY2" fmla="*/ 112531 h 831290"/>
              <a:gd name="connsiteX3" fmla="*/ 5855056 w 6582843"/>
              <a:gd name="connsiteY3" fmla="*/ 571606 h 831290"/>
              <a:gd name="connsiteX4" fmla="*/ 6582843 w 6582843"/>
              <a:gd name="connsiteY4" fmla="*/ 831290 h 831290"/>
              <a:gd name="connsiteX5" fmla="*/ 0 w 6582843"/>
              <a:gd name="connsiteY5" fmla="*/ 831290 h 831290"/>
              <a:gd name="connsiteX6" fmla="*/ 0 w 6582843"/>
              <a:gd name="connsiteY6" fmla="*/ 207712 h 831290"/>
              <a:gd name="connsiteX0" fmla="*/ 0 w 6694811"/>
              <a:gd name="connsiteY0" fmla="*/ 207712 h 831290"/>
              <a:gd name="connsiteX1" fmla="*/ 1460759 w 6694811"/>
              <a:gd name="connsiteY1" fmla="*/ 564 h 831290"/>
              <a:gd name="connsiteX2" fmla="*/ 3448179 w 6694811"/>
              <a:gd name="connsiteY2" fmla="*/ 112531 h 831290"/>
              <a:gd name="connsiteX3" fmla="*/ 5855056 w 6694811"/>
              <a:gd name="connsiteY3" fmla="*/ 571606 h 831290"/>
              <a:gd name="connsiteX4" fmla="*/ 6694811 w 6694811"/>
              <a:gd name="connsiteY4" fmla="*/ 775307 h 831290"/>
              <a:gd name="connsiteX5" fmla="*/ 0 w 6694811"/>
              <a:gd name="connsiteY5" fmla="*/ 831290 h 831290"/>
              <a:gd name="connsiteX6" fmla="*/ 0 w 6694811"/>
              <a:gd name="connsiteY6" fmla="*/ 207712 h 831290"/>
              <a:gd name="connsiteX0" fmla="*/ 0 w 6694811"/>
              <a:gd name="connsiteY0" fmla="*/ 207712 h 831290"/>
              <a:gd name="connsiteX1" fmla="*/ 1460759 w 6694811"/>
              <a:gd name="connsiteY1" fmla="*/ 564 h 831290"/>
              <a:gd name="connsiteX2" fmla="*/ 3448179 w 6694811"/>
              <a:gd name="connsiteY2" fmla="*/ 112531 h 831290"/>
              <a:gd name="connsiteX3" fmla="*/ 5855056 w 6694811"/>
              <a:gd name="connsiteY3" fmla="*/ 571606 h 831290"/>
              <a:gd name="connsiteX4" fmla="*/ 6694811 w 6694811"/>
              <a:gd name="connsiteY4" fmla="*/ 775307 h 831290"/>
              <a:gd name="connsiteX5" fmla="*/ 0 w 6694811"/>
              <a:gd name="connsiteY5" fmla="*/ 831290 h 831290"/>
              <a:gd name="connsiteX6" fmla="*/ 0 w 6694811"/>
              <a:gd name="connsiteY6" fmla="*/ 207712 h 831290"/>
              <a:gd name="connsiteX0" fmla="*/ 0 w 6694811"/>
              <a:gd name="connsiteY0" fmla="*/ 207712 h 831290"/>
              <a:gd name="connsiteX1" fmla="*/ 1460759 w 6694811"/>
              <a:gd name="connsiteY1" fmla="*/ 564 h 831290"/>
              <a:gd name="connsiteX2" fmla="*/ 3448179 w 6694811"/>
              <a:gd name="connsiteY2" fmla="*/ 112531 h 831290"/>
              <a:gd name="connsiteX3" fmla="*/ 5855056 w 6694811"/>
              <a:gd name="connsiteY3" fmla="*/ 571606 h 831290"/>
              <a:gd name="connsiteX4" fmla="*/ 6694811 w 6694811"/>
              <a:gd name="connsiteY4" fmla="*/ 775307 h 831290"/>
              <a:gd name="connsiteX5" fmla="*/ 0 w 6694811"/>
              <a:gd name="connsiteY5" fmla="*/ 831290 h 831290"/>
              <a:gd name="connsiteX6" fmla="*/ 0 w 6694811"/>
              <a:gd name="connsiteY6" fmla="*/ 207712 h 831290"/>
              <a:gd name="connsiteX0" fmla="*/ 0 w 6694811"/>
              <a:gd name="connsiteY0" fmla="*/ 207712 h 831290"/>
              <a:gd name="connsiteX1" fmla="*/ 1460759 w 6694811"/>
              <a:gd name="connsiteY1" fmla="*/ 564 h 831290"/>
              <a:gd name="connsiteX2" fmla="*/ 3448179 w 6694811"/>
              <a:gd name="connsiteY2" fmla="*/ 112531 h 831290"/>
              <a:gd name="connsiteX3" fmla="*/ 5855056 w 6694811"/>
              <a:gd name="connsiteY3" fmla="*/ 571606 h 831290"/>
              <a:gd name="connsiteX4" fmla="*/ 6694811 w 6694811"/>
              <a:gd name="connsiteY4" fmla="*/ 775307 h 831290"/>
              <a:gd name="connsiteX5" fmla="*/ 0 w 6694811"/>
              <a:gd name="connsiteY5" fmla="*/ 831290 h 831290"/>
              <a:gd name="connsiteX6" fmla="*/ 0 w 6694811"/>
              <a:gd name="connsiteY6" fmla="*/ 207712 h 831290"/>
              <a:gd name="connsiteX0" fmla="*/ 0 w 6694811"/>
              <a:gd name="connsiteY0" fmla="*/ 207712 h 831290"/>
              <a:gd name="connsiteX1" fmla="*/ 1460759 w 6694811"/>
              <a:gd name="connsiteY1" fmla="*/ 564 h 831290"/>
              <a:gd name="connsiteX2" fmla="*/ 3448179 w 6694811"/>
              <a:gd name="connsiteY2" fmla="*/ 112531 h 831290"/>
              <a:gd name="connsiteX3" fmla="*/ 5855056 w 6694811"/>
              <a:gd name="connsiteY3" fmla="*/ 571606 h 831290"/>
              <a:gd name="connsiteX4" fmla="*/ 6694811 w 6694811"/>
              <a:gd name="connsiteY4" fmla="*/ 775307 h 831290"/>
              <a:gd name="connsiteX5" fmla="*/ 1936620 w 6694811"/>
              <a:gd name="connsiteY5" fmla="*/ 616384 h 831290"/>
              <a:gd name="connsiteX6" fmla="*/ 0 w 6694811"/>
              <a:gd name="connsiteY6" fmla="*/ 831290 h 831290"/>
              <a:gd name="connsiteX7" fmla="*/ 0 w 6694811"/>
              <a:gd name="connsiteY7" fmla="*/ 207712 h 831290"/>
              <a:gd name="connsiteX0" fmla="*/ 0 w 6694811"/>
              <a:gd name="connsiteY0" fmla="*/ 207712 h 776202"/>
              <a:gd name="connsiteX1" fmla="*/ 1460759 w 6694811"/>
              <a:gd name="connsiteY1" fmla="*/ 564 h 776202"/>
              <a:gd name="connsiteX2" fmla="*/ 3448179 w 6694811"/>
              <a:gd name="connsiteY2" fmla="*/ 112531 h 776202"/>
              <a:gd name="connsiteX3" fmla="*/ 5855056 w 6694811"/>
              <a:gd name="connsiteY3" fmla="*/ 571606 h 776202"/>
              <a:gd name="connsiteX4" fmla="*/ 6694811 w 6694811"/>
              <a:gd name="connsiteY4" fmla="*/ 775307 h 776202"/>
              <a:gd name="connsiteX5" fmla="*/ 1936620 w 6694811"/>
              <a:gd name="connsiteY5" fmla="*/ 616384 h 776202"/>
              <a:gd name="connsiteX6" fmla="*/ 0 w 6694811"/>
              <a:gd name="connsiteY6" fmla="*/ 626017 h 776202"/>
              <a:gd name="connsiteX7" fmla="*/ 0 w 6694811"/>
              <a:gd name="connsiteY7" fmla="*/ 207712 h 776202"/>
              <a:gd name="connsiteX0" fmla="*/ 0 w 6694811"/>
              <a:gd name="connsiteY0" fmla="*/ 207712 h 776202"/>
              <a:gd name="connsiteX1" fmla="*/ 1460759 w 6694811"/>
              <a:gd name="connsiteY1" fmla="*/ 564 h 776202"/>
              <a:gd name="connsiteX2" fmla="*/ 3448179 w 6694811"/>
              <a:gd name="connsiteY2" fmla="*/ 112531 h 776202"/>
              <a:gd name="connsiteX3" fmla="*/ 5855056 w 6694811"/>
              <a:gd name="connsiteY3" fmla="*/ 571606 h 776202"/>
              <a:gd name="connsiteX4" fmla="*/ 6694811 w 6694811"/>
              <a:gd name="connsiteY4" fmla="*/ 775307 h 776202"/>
              <a:gd name="connsiteX5" fmla="*/ 1936620 w 6694811"/>
              <a:gd name="connsiteY5" fmla="*/ 616384 h 776202"/>
              <a:gd name="connsiteX6" fmla="*/ 9330 w 6694811"/>
              <a:gd name="connsiteY6" fmla="*/ 523380 h 776202"/>
              <a:gd name="connsiteX7" fmla="*/ 0 w 6694811"/>
              <a:gd name="connsiteY7" fmla="*/ 207712 h 776202"/>
              <a:gd name="connsiteX0" fmla="*/ 9331 w 6704142"/>
              <a:gd name="connsiteY0" fmla="*/ 207712 h 776202"/>
              <a:gd name="connsiteX1" fmla="*/ 1470090 w 6704142"/>
              <a:gd name="connsiteY1" fmla="*/ 564 h 776202"/>
              <a:gd name="connsiteX2" fmla="*/ 3457510 w 6704142"/>
              <a:gd name="connsiteY2" fmla="*/ 112531 h 776202"/>
              <a:gd name="connsiteX3" fmla="*/ 5864387 w 6704142"/>
              <a:gd name="connsiteY3" fmla="*/ 571606 h 776202"/>
              <a:gd name="connsiteX4" fmla="*/ 6704142 w 6704142"/>
              <a:gd name="connsiteY4" fmla="*/ 775307 h 776202"/>
              <a:gd name="connsiteX5" fmla="*/ 1945951 w 6704142"/>
              <a:gd name="connsiteY5" fmla="*/ 616384 h 776202"/>
              <a:gd name="connsiteX6" fmla="*/ 0 w 6704142"/>
              <a:gd name="connsiteY6" fmla="*/ 570033 h 776202"/>
              <a:gd name="connsiteX7" fmla="*/ 9331 w 6704142"/>
              <a:gd name="connsiteY7" fmla="*/ 207712 h 776202"/>
              <a:gd name="connsiteX0" fmla="*/ 0 w 6694811"/>
              <a:gd name="connsiteY0" fmla="*/ 207712 h 776202"/>
              <a:gd name="connsiteX1" fmla="*/ 1460759 w 6694811"/>
              <a:gd name="connsiteY1" fmla="*/ 564 h 776202"/>
              <a:gd name="connsiteX2" fmla="*/ 3448179 w 6694811"/>
              <a:gd name="connsiteY2" fmla="*/ 112531 h 776202"/>
              <a:gd name="connsiteX3" fmla="*/ 5855056 w 6694811"/>
              <a:gd name="connsiteY3" fmla="*/ 571606 h 776202"/>
              <a:gd name="connsiteX4" fmla="*/ 6694811 w 6694811"/>
              <a:gd name="connsiteY4" fmla="*/ 775307 h 776202"/>
              <a:gd name="connsiteX5" fmla="*/ 1936620 w 6694811"/>
              <a:gd name="connsiteY5" fmla="*/ 616384 h 776202"/>
              <a:gd name="connsiteX6" fmla="*/ 0 w 6694811"/>
              <a:gd name="connsiteY6" fmla="*/ 588695 h 776202"/>
              <a:gd name="connsiteX7" fmla="*/ 0 w 6694811"/>
              <a:gd name="connsiteY7" fmla="*/ 207712 h 776202"/>
              <a:gd name="connsiteX0" fmla="*/ 0 w 6694811"/>
              <a:gd name="connsiteY0" fmla="*/ 207712 h 776202"/>
              <a:gd name="connsiteX1" fmla="*/ 1460759 w 6694811"/>
              <a:gd name="connsiteY1" fmla="*/ 564 h 776202"/>
              <a:gd name="connsiteX2" fmla="*/ 3448179 w 6694811"/>
              <a:gd name="connsiteY2" fmla="*/ 112531 h 776202"/>
              <a:gd name="connsiteX3" fmla="*/ 5855056 w 6694811"/>
              <a:gd name="connsiteY3" fmla="*/ 571606 h 776202"/>
              <a:gd name="connsiteX4" fmla="*/ 6694811 w 6694811"/>
              <a:gd name="connsiteY4" fmla="*/ 775307 h 776202"/>
              <a:gd name="connsiteX5" fmla="*/ 1936620 w 6694811"/>
              <a:gd name="connsiteY5" fmla="*/ 616384 h 776202"/>
              <a:gd name="connsiteX6" fmla="*/ 0 w 6694811"/>
              <a:gd name="connsiteY6" fmla="*/ 588695 h 776202"/>
              <a:gd name="connsiteX7" fmla="*/ 0 w 6694811"/>
              <a:gd name="connsiteY7" fmla="*/ 207712 h 776202"/>
              <a:gd name="connsiteX0" fmla="*/ 0 w 6694811"/>
              <a:gd name="connsiteY0" fmla="*/ 207712 h 776202"/>
              <a:gd name="connsiteX1" fmla="*/ 1460759 w 6694811"/>
              <a:gd name="connsiteY1" fmla="*/ 564 h 776202"/>
              <a:gd name="connsiteX2" fmla="*/ 3448179 w 6694811"/>
              <a:gd name="connsiteY2" fmla="*/ 112531 h 776202"/>
              <a:gd name="connsiteX3" fmla="*/ 5855056 w 6694811"/>
              <a:gd name="connsiteY3" fmla="*/ 571606 h 776202"/>
              <a:gd name="connsiteX4" fmla="*/ 6694811 w 6694811"/>
              <a:gd name="connsiteY4" fmla="*/ 775307 h 776202"/>
              <a:gd name="connsiteX5" fmla="*/ 1936620 w 6694811"/>
              <a:gd name="connsiteY5" fmla="*/ 616384 h 776202"/>
              <a:gd name="connsiteX6" fmla="*/ 0 w 6694811"/>
              <a:gd name="connsiteY6" fmla="*/ 588695 h 776202"/>
              <a:gd name="connsiteX7" fmla="*/ 0 w 6694811"/>
              <a:gd name="connsiteY7" fmla="*/ 207712 h 776202"/>
              <a:gd name="connsiteX0" fmla="*/ 0 w 6694811"/>
              <a:gd name="connsiteY0" fmla="*/ 207712 h 775898"/>
              <a:gd name="connsiteX1" fmla="*/ 1460759 w 6694811"/>
              <a:gd name="connsiteY1" fmla="*/ 564 h 775898"/>
              <a:gd name="connsiteX2" fmla="*/ 3448179 w 6694811"/>
              <a:gd name="connsiteY2" fmla="*/ 112531 h 775898"/>
              <a:gd name="connsiteX3" fmla="*/ 5855056 w 6694811"/>
              <a:gd name="connsiteY3" fmla="*/ 571606 h 775898"/>
              <a:gd name="connsiteX4" fmla="*/ 6694811 w 6694811"/>
              <a:gd name="connsiteY4" fmla="*/ 775307 h 775898"/>
              <a:gd name="connsiteX5" fmla="*/ 2384489 w 6694811"/>
              <a:gd name="connsiteY5" fmla="*/ 513748 h 775898"/>
              <a:gd name="connsiteX6" fmla="*/ 0 w 6694811"/>
              <a:gd name="connsiteY6" fmla="*/ 588695 h 775898"/>
              <a:gd name="connsiteX7" fmla="*/ 0 w 6694811"/>
              <a:gd name="connsiteY7" fmla="*/ 207712 h 775898"/>
              <a:gd name="connsiteX0" fmla="*/ 0 w 6694811"/>
              <a:gd name="connsiteY0" fmla="*/ 207712 h 775748"/>
              <a:gd name="connsiteX1" fmla="*/ 1460759 w 6694811"/>
              <a:gd name="connsiteY1" fmla="*/ 564 h 775748"/>
              <a:gd name="connsiteX2" fmla="*/ 3448179 w 6694811"/>
              <a:gd name="connsiteY2" fmla="*/ 112531 h 775748"/>
              <a:gd name="connsiteX3" fmla="*/ 5855056 w 6694811"/>
              <a:gd name="connsiteY3" fmla="*/ 571606 h 775748"/>
              <a:gd name="connsiteX4" fmla="*/ 6694811 w 6694811"/>
              <a:gd name="connsiteY4" fmla="*/ 775307 h 775748"/>
              <a:gd name="connsiteX5" fmla="*/ 2440473 w 6694811"/>
              <a:gd name="connsiteY5" fmla="*/ 411111 h 775748"/>
              <a:gd name="connsiteX6" fmla="*/ 0 w 6694811"/>
              <a:gd name="connsiteY6" fmla="*/ 588695 h 775748"/>
              <a:gd name="connsiteX7" fmla="*/ 0 w 6694811"/>
              <a:gd name="connsiteY7" fmla="*/ 207712 h 775748"/>
              <a:gd name="connsiteX0" fmla="*/ 0 w 6694811"/>
              <a:gd name="connsiteY0" fmla="*/ 207712 h 775703"/>
              <a:gd name="connsiteX1" fmla="*/ 1460759 w 6694811"/>
              <a:gd name="connsiteY1" fmla="*/ 564 h 775703"/>
              <a:gd name="connsiteX2" fmla="*/ 3448179 w 6694811"/>
              <a:gd name="connsiteY2" fmla="*/ 112531 h 775703"/>
              <a:gd name="connsiteX3" fmla="*/ 5855056 w 6694811"/>
              <a:gd name="connsiteY3" fmla="*/ 571606 h 775703"/>
              <a:gd name="connsiteX4" fmla="*/ 6694811 w 6694811"/>
              <a:gd name="connsiteY4" fmla="*/ 775307 h 775703"/>
              <a:gd name="connsiteX5" fmla="*/ 2440473 w 6694811"/>
              <a:gd name="connsiteY5" fmla="*/ 364458 h 775703"/>
              <a:gd name="connsiteX6" fmla="*/ 0 w 6694811"/>
              <a:gd name="connsiteY6" fmla="*/ 588695 h 775703"/>
              <a:gd name="connsiteX7" fmla="*/ 0 w 6694811"/>
              <a:gd name="connsiteY7" fmla="*/ 207712 h 775703"/>
              <a:gd name="connsiteX0" fmla="*/ 0 w 6694811"/>
              <a:gd name="connsiteY0" fmla="*/ 207712 h 775748"/>
              <a:gd name="connsiteX1" fmla="*/ 1460759 w 6694811"/>
              <a:gd name="connsiteY1" fmla="*/ 564 h 775748"/>
              <a:gd name="connsiteX2" fmla="*/ 3448179 w 6694811"/>
              <a:gd name="connsiteY2" fmla="*/ 112531 h 775748"/>
              <a:gd name="connsiteX3" fmla="*/ 5855056 w 6694811"/>
              <a:gd name="connsiteY3" fmla="*/ 571606 h 775748"/>
              <a:gd name="connsiteX4" fmla="*/ 6694811 w 6694811"/>
              <a:gd name="connsiteY4" fmla="*/ 775307 h 775748"/>
              <a:gd name="connsiteX5" fmla="*/ 2477795 w 6694811"/>
              <a:gd name="connsiteY5" fmla="*/ 411111 h 775748"/>
              <a:gd name="connsiteX6" fmla="*/ 0 w 6694811"/>
              <a:gd name="connsiteY6" fmla="*/ 588695 h 775748"/>
              <a:gd name="connsiteX7" fmla="*/ 0 w 6694811"/>
              <a:gd name="connsiteY7" fmla="*/ 207712 h 775748"/>
              <a:gd name="connsiteX0" fmla="*/ 0 w 6694811"/>
              <a:gd name="connsiteY0" fmla="*/ 207712 h 775720"/>
              <a:gd name="connsiteX1" fmla="*/ 1460759 w 6694811"/>
              <a:gd name="connsiteY1" fmla="*/ 564 h 775720"/>
              <a:gd name="connsiteX2" fmla="*/ 3448179 w 6694811"/>
              <a:gd name="connsiteY2" fmla="*/ 112531 h 775720"/>
              <a:gd name="connsiteX3" fmla="*/ 5855056 w 6694811"/>
              <a:gd name="connsiteY3" fmla="*/ 571606 h 775720"/>
              <a:gd name="connsiteX4" fmla="*/ 6694811 w 6694811"/>
              <a:gd name="connsiteY4" fmla="*/ 775307 h 775720"/>
              <a:gd name="connsiteX5" fmla="*/ 2477795 w 6694811"/>
              <a:gd name="connsiteY5" fmla="*/ 383119 h 775720"/>
              <a:gd name="connsiteX6" fmla="*/ 0 w 6694811"/>
              <a:gd name="connsiteY6" fmla="*/ 588695 h 775720"/>
              <a:gd name="connsiteX7" fmla="*/ 0 w 6694811"/>
              <a:gd name="connsiteY7" fmla="*/ 207712 h 775720"/>
              <a:gd name="connsiteX0" fmla="*/ 0 w 6694811"/>
              <a:gd name="connsiteY0" fmla="*/ 207712 h 775780"/>
              <a:gd name="connsiteX1" fmla="*/ 1460759 w 6694811"/>
              <a:gd name="connsiteY1" fmla="*/ 564 h 775780"/>
              <a:gd name="connsiteX2" fmla="*/ 3448179 w 6694811"/>
              <a:gd name="connsiteY2" fmla="*/ 112531 h 775780"/>
              <a:gd name="connsiteX3" fmla="*/ 5855056 w 6694811"/>
              <a:gd name="connsiteY3" fmla="*/ 571606 h 775780"/>
              <a:gd name="connsiteX4" fmla="*/ 6694811 w 6694811"/>
              <a:gd name="connsiteY4" fmla="*/ 775307 h 775780"/>
              <a:gd name="connsiteX5" fmla="*/ 2477795 w 6694811"/>
              <a:gd name="connsiteY5" fmla="*/ 383119 h 775780"/>
              <a:gd name="connsiteX6" fmla="*/ 0 w 6694811"/>
              <a:gd name="connsiteY6" fmla="*/ 588695 h 775780"/>
              <a:gd name="connsiteX7" fmla="*/ 0 w 6694811"/>
              <a:gd name="connsiteY7" fmla="*/ 207712 h 775780"/>
              <a:gd name="connsiteX0" fmla="*/ 0 w 6694811"/>
              <a:gd name="connsiteY0" fmla="*/ 207712 h 807843"/>
              <a:gd name="connsiteX1" fmla="*/ 1460759 w 6694811"/>
              <a:gd name="connsiteY1" fmla="*/ 564 h 807843"/>
              <a:gd name="connsiteX2" fmla="*/ 3448179 w 6694811"/>
              <a:gd name="connsiteY2" fmla="*/ 112531 h 807843"/>
              <a:gd name="connsiteX3" fmla="*/ 5855056 w 6694811"/>
              <a:gd name="connsiteY3" fmla="*/ 571606 h 807843"/>
              <a:gd name="connsiteX4" fmla="*/ 6694811 w 6694811"/>
              <a:gd name="connsiteY4" fmla="*/ 775307 h 807843"/>
              <a:gd name="connsiteX5" fmla="*/ 5435600 w 6694811"/>
              <a:gd name="connsiteY5" fmla="*/ 775005 h 807843"/>
              <a:gd name="connsiteX6" fmla="*/ 2477795 w 6694811"/>
              <a:gd name="connsiteY6" fmla="*/ 383119 h 807843"/>
              <a:gd name="connsiteX7" fmla="*/ 0 w 6694811"/>
              <a:gd name="connsiteY7" fmla="*/ 588695 h 807843"/>
              <a:gd name="connsiteX8" fmla="*/ 0 w 6694811"/>
              <a:gd name="connsiteY8" fmla="*/ 207712 h 807843"/>
              <a:gd name="connsiteX0" fmla="*/ 0 w 6694811"/>
              <a:gd name="connsiteY0" fmla="*/ 207712 h 807843"/>
              <a:gd name="connsiteX1" fmla="*/ 1460759 w 6694811"/>
              <a:gd name="connsiteY1" fmla="*/ 564 h 807843"/>
              <a:gd name="connsiteX2" fmla="*/ 3448179 w 6694811"/>
              <a:gd name="connsiteY2" fmla="*/ 112531 h 807843"/>
              <a:gd name="connsiteX3" fmla="*/ 5855056 w 6694811"/>
              <a:gd name="connsiteY3" fmla="*/ 571606 h 807843"/>
              <a:gd name="connsiteX4" fmla="*/ 6694811 w 6694811"/>
              <a:gd name="connsiteY4" fmla="*/ 775307 h 807843"/>
              <a:gd name="connsiteX5" fmla="*/ 5435600 w 6694811"/>
              <a:gd name="connsiteY5" fmla="*/ 775005 h 807843"/>
              <a:gd name="connsiteX6" fmla="*/ 2477795 w 6694811"/>
              <a:gd name="connsiteY6" fmla="*/ 383119 h 807843"/>
              <a:gd name="connsiteX7" fmla="*/ 0 w 6694811"/>
              <a:gd name="connsiteY7" fmla="*/ 588695 h 807843"/>
              <a:gd name="connsiteX8" fmla="*/ 0 w 6694811"/>
              <a:gd name="connsiteY8" fmla="*/ 207712 h 807843"/>
              <a:gd name="connsiteX0" fmla="*/ 0 w 6694811"/>
              <a:gd name="connsiteY0" fmla="*/ 207712 h 807843"/>
              <a:gd name="connsiteX1" fmla="*/ 1460759 w 6694811"/>
              <a:gd name="connsiteY1" fmla="*/ 564 h 807843"/>
              <a:gd name="connsiteX2" fmla="*/ 3448179 w 6694811"/>
              <a:gd name="connsiteY2" fmla="*/ 112531 h 807843"/>
              <a:gd name="connsiteX3" fmla="*/ 5855056 w 6694811"/>
              <a:gd name="connsiteY3" fmla="*/ 571606 h 807843"/>
              <a:gd name="connsiteX4" fmla="*/ 6694811 w 6694811"/>
              <a:gd name="connsiteY4" fmla="*/ 775307 h 807843"/>
              <a:gd name="connsiteX5" fmla="*/ 5435600 w 6694811"/>
              <a:gd name="connsiteY5" fmla="*/ 775005 h 807843"/>
              <a:gd name="connsiteX6" fmla="*/ 2477795 w 6694811"/>
              <a:gd name="connsiteY6" fmla="*/ 383119 h 807843"/>
              <a:gd name="connsiteX7" fmla="*/ 0 w 6694811"/>
              <a:gd name="connsiteY7" fmla="*/ 588695 h 807843"/>
              <a:gd name="connsiteX8" fmla="*/ 0 w 6694811"/>
              <a:gd name="connsiteY8" fmla="*/ 207712 h 807843"/>
              <a:gd name="connsiteX0" fmla="*/ 0 w 6694811"/>
              <a:gd name="connsiteY0" fmla="*/ 207712 h 807843"/>
              <a:gd name="connsiteX1" fmla="*/ 1460759 w 6694811"/>
              <a:gd name="connsiteY1" fmla="*/ 564 h 807843"/>
              <a:gd name="connsiteX2" fmla="*/ 3448179 w 6694811"/>
              <a:gd name="connsiteY2" fmla="*/ 112531 h 807843"/>
              <a:gd name="connsiteX3" fmla="*/ 5855056 w 6694811"/>
              <a:gd name="connsiteY3" fmla="*/ 571606 h 807843"/>
              <a:gd name="connsiteX4" fmla="*/ 6694811 w 6694811"/>
              <a:gd name="connsiteY4" fmla="*/ 775307 h 807843"/>
              <a:gd name="connsiteX5" fmla="*/ 5435600 w 6694811"/>
              <a:gd name="connsiteY5" fmla="*/ 775005 h 807843"/>
              <a:gd name="connsiteX6" fmla="*/ 2477795 w 6694811"/>
              <a:gd name="connsiteY6" fmla="*/ 383119 h 807843"/>
              <a:gd name="connsiteX7" fmla="*/ 0 w 6694811"/>
              <a:gd name="connsiteY7" fmla="*/ 588695 h 807843"/>
              <a:gd name="connsiteX8" fmla="*/ 0 w 6694811"/>
              <a:gd name="connsiteY8" fmla="*/ 207712 h 807843"/>
              <a:gd name="connsiteX0" fmla="*/ 0 w 6694811"/>
              <a:gd name="connsiteY0" fmla="*/ 207712 h 820185"/>
              <a:gd name="connsiteX1" fmla="*/ 1460759 w 6694811"/>
              <a:gd name="connsiteY1" fmla="*/ 564 h 820185"/>
              <a:gd name="connsiteX2" fmla="*/ 3448179 w 6694811"/>
              <a:gd name="connsiteY2" fmla="*/ 112531 h 820185"/>
              <a:gd name="connsiteX3" fmla="*/ 5855056 w 6694811"/>
              <a:gd name="connsiteY3" fmla="*/ 571606 h 820185"/>
              <a:gd name="connsiteX4" fmla="*/ 6694811 w 6694811"/>
              <a:gd name="connsiteY4" fmla="*/ 775307 h 820185"/>
              <a:gd name="connsiteX5" fmla="*/ 5435600 w 6694811"/>
              <a:gd name="connsiteY5" fmla="*/ 775005 h 820185"/>
              <a:gd name="connsiteX6" fmla="*/ 2477795 w 6694811"/>
              <a:gd name="connsiteY6" fmla="*/ 383119 h 820185"/>
              <a:gd name="connsiteX7" fmla="*/ 0 w 6694811"/>
              <a:gd name="connsiteY7" fmla="*/ 588695 h 820185"/>
              <a:gd name="connsiteX8" fmla="*/ 0 w 6694811"/>
              <a:gd name="connsiteY8" fmla="*/ 207712 h 820185"/>
              <a:gd name="connsiteX0" fmla="*/ 0 w 6694811"/>
              <a:gd name="connsiteY0" fmla="*/ 207712 h 820185"/>
              <a:gd name="connsiteX1" fmla="*/ 1460759 w 6694811"/>
              <a:gd name="connsiteY1" fmla="*/ 564 h 820185"/>
              <a:gd name="connsiteX2" fmla="*/ 3448179 w 6694811"/>
              <a:gd name="connsiteY2" fmla="*/ 112531 h 820185"/>
              <a:gd name="connsiteX3" fmla="*/ 5855056 w 6694811"/>
              <a:gd name="connsiteY3" fmla="*/ 571606 h 820185"/>
              <a:gd name="connsiteX4" fmla="*/ 6694811 w 6694811"/>
              <a:gd name="connsiteY4" fmla="*/ 775307 h 820185"/>
              <a:gd name="connsiteX5" fmla="*/ 5435600 w 6694811"/>
              <a:gd name="connsiteY5" fmla="*/ 775005 h 820185"/>
              <a:gd name="connsiteX6" fmla="*/ 2477795 w 6694811"/>
              <a:gd name="connsiteY6" fmla="*/ 383119 h 820185"/>
              <a:gd name="connsiteX7" fmla="*/ 0 w 6694811"/>
              <a:gd name="connsiteY7" fmla="*/ 588695 h 820185"/>
              <a:gd name="connsiteX8" fmla="*/ 0 w 6694811"/>
              <a:gd name="connsiteY8" fmla="*/ 207712 h 820185"/>
              <a:gd name="connsiteX0" fmla="*/ 0 w 6694811"/>
              <a:gd name="connsiteY0" fmla="*/ 207712 h 820185"/>
              <a:gd name="connsiteX1" fmla="*/ 1460759 w 6694811"/>
              <a:gd name="connsiteY1" fmla="*/ 564 h 820185"/>
              <a:gd name="connsiteX2" fmla="*/ 3448179 w 6694811"/>
              <a:gd name="connsiteY2" fmla="*/ 112531 h 820185"/>
              <a:gd name="connsiteX3" fmla="*/ 5855056 w 6694811"/>
              <a:gd name="connsiteY3" fmla="*/ 571606 h 820185"/>
              <a:gd name="connsiteX4" fmla="*/ 6694811 w 6694811"/>
              <a:gd name="connsiteY4" fmla="*/ 775307 h 820185"/>
              <a:gd name="connsiteX5" fmla="*/ 5435600 w 6694811"/>
              <a:gd name="connsiteY5" fmla="*/ 775005 h 820185"/>
              <a:gd name="connsiteX6" fmla="*/ 2477795 w 6694811"/>
              <a:gd name="connsiteY6" fmla="*/ 383119 h 820185"/>
              <a:gd name="connsiteX7" fmla="*/ 0 w 6694811"/>
              <a:gd name="connsiteY7" fmla="*/ 588695 h 820185"/>
              <a:gd name="connsiteX8" fmla="*/ 0 w 6694811"/>
              <a:gd name="connsiteY8" fmla="*/ 207712 h 820185"/>
              <a:gd name="connsiteX0" fmla="*/ 0 w 6694811"/>
              <a:gd name="connsiteY0" fmla="*/ 207712 h 820185"/>
              <a:gd name="connsiteX1" fmla="*/ 1460759 w 6694811"/>
              <a:gd name="connsiteY1" fmla="*/ 564 h 820185"/>
              <a:gd name="connsiteX2" fmla="*/ 3448179 w 6694811"/>
              <a:gd name="connsiteY2" fmla="*/ 112531 h 820185"/>
              <a:gd name="connsiteX3" fmla="*/ 5855056 w 6694811"/>
              <a:gd name="connsiteY3" fmla="*/ 571606 h 820185"/>
              <a:gd name="connsiteX4" fmla="*/ 6694811 w 6694811"/>
              <a:gd name="connsiteY4" fmla="*/ 775307 h 820185"/>
              <a:gd name="connsiteX5" fmla="*/ 5435600 w 6694811"/>
              <a:gd name="connsiteY5" fmla="*/ 775005 h 820185"/>
              <a:gd name="connsiteX6" fmla="*/ 2477795 w 6694811"/>
              <a:gd name="connsiteY6" fmla="*/ 383119 h 820185"/>
              <a:gd name="connsiteX7" fmla="*/ 0 w 6694811"/>
              <a:gd name="connsiteY7" fmla="*/ 588695 h 820185"/>
              <a:gd name="connsiteX8" fmla="*/ 0 w 6694811"/>
              <a:gd name="connsiteY8" fmla="*/ 207712 h 820185"/>
              <a:gd name="connsiteX0" fmla="*/ 0 w 6694811"/>
              <a:gd name="connsiteY0" fmla="*/ 207712 h 820185"/>
              <a:gd name="connsiteX1" fmla="*/ 1460759 w 6694811"/>
              <a:gd name="connsiteY1" fmla="*/ 564 h 820185"/>
              <a:gd name="connsiteX2" fmla="*/ 3448179 w 6694811"/>
              <a:gd name="connsiteY2" fmla="*/ 112531 h 820185"/>
              <a:gd name="connsiteX3" fmla="*/ 5855056 w 6694811"/>
              <a:gd name="connsiteY3" fmla="*/ 571606 h 820185"/>
              <a:gd name="connsiteX4" fmla="*/ 6694811 w 6694811"/>
              <a:gd name="connsiteY4" fmla="*/ 775307 h 820185"/>
              <a:gd name="connsiteX5" fmla="*/ 5528906 w 6694811"/>
              <a:gd name="connsiteY5" fmla="*/ 775005 h 820185"/>
              <a:gd name="connsiteX6" fmla="*/ 2477795 w 6694811"/>
              <a:gd name="connsiteY6" fmla="*/ 383119 h 820185"/>
              <a:gd name="connsiteX7" fmla="*/ 0 w 6694811"/>
              <a:gd name="connsiteY7" fmla="*/ 588695 h 820185"/>
              <a:gd name="connsiteX8" fmla="*/ 0 w 6694811"/>
              <a:gd name="connsiteY8" fmla="*/ 207712 h 820185"/>
              <a:gd name="connsiteX0" fmla="*/ 0 w 6694811"/>
              <a:gd name="connsiteY0" fmla="*/ 207712 h 807843"/>
              <a:gd name="connsiteX1" fmla="*/ 1460759 w 6694811"/>
              <a:gd name="connsiteY1" fmla="*/ 564 h 807843"/>
              <a:gd name="connsiteX2" fmla="*/ 3448179 w 6694811"/>
              <a:gd name="connsiteY2" fmla="*/ 112531 h 807843"/>
              <a:gd name="connsiteX3" fmla="*/ 5855056 w 6694811"/>
              <a:gd name="connsiteY3" fmla="*/ 571606 h 807843"/>
              <a:gd name="connsiteX4" fmla="*/ 6694811 w 6694811"/>
              <a:gd name="connsiteY4" fmla="*/ 775307 h 807843"/>
              <a:gd name="connsiteX5" fmla="*/ 5528906 w 6694811"/>
              <a:gd name="connsiteY5" fmla="*/ 775005 h 807843"/>
              <a:gd name="connsiteX6" fmla="*/ 2477795 w 6694811"/>
              <a:gd name="connsiteY6" fmla="*/ 383119 h 807843"/>
              <a:gd name="connsiteX7" fmla="*/ 0 w 6694811"/>
              <a:gd name="connsiteY7" fmla="*/ 588695 h 807843"/>
              <a:gd name="connsiteX8" fmla="*/ 0 w 6694811"/>
              <a:gd name="connsiteY8" fmla="*/ 207712 h 807843"/>
              <a:gd name="connsiteX0" fmla="*/ 0 w 6694811"/>
              <a:gd name="connsiteY0" fmla="*/ 207712 h 791435"/>
              <a:gd name="connsiteX1" fmla="*/ 1460759 w 6694811"/>
              <a:gd name="connsiteY1" fmla="*/ 564 h 791435"/>
              <a:gd name="connsiteX2" fmla="*/ 3448179 w 6694811"/>
              <a:gd name="connsiteY2" fmla="*/ 112531 h 791435"/>
              <a:gd name="connsiteX3" fmla="*/ 5855056 w 6694811"/>
              <a:gd name="connsiteY3" fmla="*/ 571606 h 791435"/>
              <a:gd name="connsiteX4" fmla="*/ 6694811 w 6694811"/>
              <a:gd name="connsiteY4" fmla="*/ 775307 h 791435"/>
              <a:gd name="connsiteX5" fmla="*/ 5528906 w 6694811"/>
              <a:gd name="connsiteY5" fmla="*/ 747013 h 791435"/>
              <a:gd name="connsiteX6" fmla="*/ 2477795 w 6694811"/>
              <a:gd name="connsiteY6" fmla="*/ 383119 h 791435"/>
              <a:gd name="connsiteX7" fmla="*/ 0 w 6694811"/>
              <a:gd name="connsiteY7" fmla="*/ 588695 h 791435"/>
              <a:gd name="connsiteX8" fmla="*/ 0 w 6694811"/>
              <a:gd name="connsiteY8" fmla="*/ 207712 h 791435"/>
              <a:gd name="connsiteX0" fmla="*/ 0 w 6694811"/>
              <a:gd name="connsiteY0" fmla="*/ 207712 h 791435"/>
              <a:gd name="connsiteX1" fmla="*/ 1460759 w 6694811"/>
              <a:gd name="connsiteY1" fmla="*/ 564 h 791435"/>
              <a:gd name="connsiteX2" fmla="*/ 3448179 w 6694811"/>
              <a:gd name="connsiteY2" fmla="*/ 112531 h 791435"/>
              <a:gd name="connsiteX3" fmla="*/ 5855056 w 6694811"/>
              <a:gd name="connsiteY3" fmla="*/ 571606 h 791435"/>
              <a:gd name="connsiteX4" fmla="*/ 6694811 w 6694811"/>
              <a:gd name="connsiteY4" fmla="*/ 775307 h 791435"/>
              <a:gd name="connsiteX5" fmla="*/ 5528906 w 6694811"/>
              <a:gd name="connsiteY5" fmla="*/ 747013 h 791435"/>
              <a:gd name="connsiteX6" fmla="*/ 2477795 w 6694811"/>
              <a:gd name="connsiteY6" fmla="*/ 383119 h 791435"/>
              <a:gd name="connsiteX7" fmla="*/ 0 w 6694811"/>
              <a:gd name="connsiteY7" fmla="*/ 588695 h 791435"/>
              <a:gd name="connsiteX8" fmla="*/ 0 w 6694811"/>
              <a:gd name="connsiteY8" fmla="*/ 207712 h 791435"/>
              <a:gd name="connsiteX0" fmla="*/ 0 w 6694811"/>
              <a:gd name="connsiteY0" fmla="*/ 207712 h 814444"/>
              <a:gd name="connsiteX1" fmla="*/ 1460759 w 6694811"/>
              <a:gd name="connsiteY1" fmla="*/ 564 h 814444"/>
              <a:gd name="connsiteX2" fmla="*/ 3448179 w 6694811"/>
              <a:gd name="connsiteY2" fmla="*/ 112531 h 814444"/>
              <a:gd name="connsiteX3" fmla="*/ 5855056 w 6694811"/>
              <a:gd name="connsiteY3" fmla="*/ 571606 h 814444"/>
              <a:gd name="connsiteX4" fmla="*/ 6694811 w 6694811"/>
              <a:gd name="connsiteY4" fmla="*/ 775307 h 814444"/>
              <a:gd name="connsiteX5" fmla="*/ 5482253 w 6694811"/>
              <a:gd name="connsiteY5" fmla="*/ 784335 h 814444"/>
              <a:gd name="connsiteX6" fmla="*/ 2477795 w 6694811"/>
              <a:gd name="connsiteY6" fmla="*/ 383119 h 814444"/>
              <a:gd name="connsiteX7" fmla="*/ 0 w 6694811"/>
              <a:gd name="connsiteY7" fmla="*/ 588695 h 814444"/>
              <a:gd name="connsiteX8" fmla="*/ 0 w 6694811"/>
              <a:gd name="connsiteY8" fmla="*/ 207712 h 814444"/>
              <a:gd name="connsiteX0" fmla="*/ 0 w 6694811"/>
              <a:gd name="connsiteY0" fmla="*/ 207712 h 851760"/>
              <a:gd name="connsiteX1" fmla="*/ 1460759 w 6694811"/>
              <a:gd name="connsiteY1" fmla="*/ 564 h 851760"/>
              <a:gd name="connsiteX2" fmla="*/ 3448179 w 6694811"/>
              <a:gd name="connsiteY2" fmla="*/ 112531 h 851760"/>
              <a:gd name="connsiteX3" fmla="*/ 5855056 w 6694811"/>
              <a:gd name="connsiteY3" fmla="*/ 571606 h 851760"/>
              <a:gd name="connsiteX4" fmla="*/ 6694811 w 6694811"/>
              <a:gd name="connsiteY4" fmla="*/ 775307 h 851760"/>
              <a:gd name="connsiteX5" fmla="*/ 5482253 w 6694811"/>
              <a:gd name="connsiteY5" fmla="*/ 784335 h 851760"/>
              <a:gd name="connsiteX6" fmla="*/ 2477795 w 6694811"/>
              <a:gd name="connsiteY6" fmla="*/ 383119 h 851760"/>
              <a:gd name="connsiteX7" fmla="*/ 0 w 6694811"/>
              <a:gd name="connsiteY7" fmla="*/ 588695 h 851760"/>
              <a:gd name="connsiteX8" fmla="*/ 0 w 6694811"/>
              <a:gd name="connsiteY8" fmla="*/ 207712 h 851760"/>
              <a:gd name="connsiteX0" fmla="*/ 0 w 6694811"/>
              <a:gd name="connsiteY0" fmla="*/ 213604 h 857652"/>
              <a:gd name="connsiteX1" fmla="*/ 1460759 w 6694811"/>
              <a:gd name="connsiteY1" fmla="*/ 6456 h 857652"/>
              <a:gd name="connsiteX2" fmla="*/ 3476171 w 6694811"/>
              <a:gd name="connsiteY2" fmla="*/ 81101 h 857652"/>
              <a:gd name="connsiteX3" fmla="*/ 5855056 w 6694811"/>
              <a:gd name="connsiteY3" fmla="*/ 577498 h 857652"/>
              <a:gd name="connsiteX4" fmla="*/ 6694811 w 6694811"/>
              <a:gd name="connsiteY4" fmla="*/ 781199 h 857652"/>
              <a:gd name="connsiteX5" fmla="*/ 5482253 w 6694811"/>
              <a:gd name="connsiteY5" fmla="*/ 790227 h 857652"/>
              <a:gd name="connsiteX6" fmla="*/ 2477795 w 6694811"/>
              <a:gd name="connsiteY6" fmla="*/ 389011 h 857652"/>
              <a:gd name="connsiteX7" fmla="*/ 0 w 6694811"/>
              <a:gd name="connsiteY7" fmla="*/ 594587 h 857652"/>
              <a:gd name="connsiteX8" fmla="*/ 0 w 6694811"/>
              <a:gd name="connsiteY8" fmla="*/ 213604 h 857652"/>
              <a:gd name="connsiteX0" fmla="*/ 0 w 6694811"/>
              <a:gd name="connsiteY0" fmla="*/ 213604 h 857652"/>
              <a:gd name="connsiteX1" fmla="*/ 1460759 w 6694811"/>
              <a:gd name="connsiteY1" fmla="*/ 6456 h 857652"/>
              <a:gd name="connsiteX2" fmla="*/ 3476171 w 6694811"/>
              <a:gd name="connsiteY2" fmla="*/ 81101 h 857652"/>
              <a:gd name="connsiteX3" fmla="*/ 5855056 w 6694811"/>
              <a:gd name="connsiteY3" fmla="*/ 577498 h 857652"/>
              <a:gd name="connsiteX4" fmla="*/ 6694811 w 6694811"/>
              <a:gd name="connsiteY4" fmla="*/ 781199 h 857652"/>
              <a:gd name="connsiteX5" fmla="*/ 5482253 w 6694811"/>
              <a:gd name="connsiteY5" fmla="*/ 790227 h 857652"/>
              <a:gd name="connsiteX6" fmla="*/ 2477795 w 6694811"/>
              <a:gd name="connsiteY6" fmla="*/ 389011 h 857652"/>
              <a:gd name="connsiteX7" fmla="*/ 0 w 6694811"/>
              <a:gd name="connsiteY7" fmla="*/ 594587 h 857652"/>
              <a:gd name="connsiteX8" fmla="*/ 0 w 6694811"/>
              <a:gd name="connsiteY8" fmla="*/ 213604 h 857652"/>
              <a:gd name="connsiteX0" fmla="*/ 0 w 6694811"/>
              <a:gd name="connsiteY0" fmla="*/ 225934 h 869982"/>
              <a:gd name="connsiteX1" fmla="*/ 1460759 w 6694811"/>
              <a:gd name="connsiteY1" fmla="*/ 18786 h 869982"/>
              <a:gd name="connsiteX2" fmla="*/ 3522824 w 6694811"/>
              <a:gd name="connsiteY2" fmla="*/ 65439 h 869982"/>
              <a:gd name="connsiteX3" fmla="*/ 5855056 w 6694811"/>
              <a:gd name="connsiteY3" fmla="*/ 589828 h 869982"/>
              <a:gd name="connsiteX4" fmla="*/ 6694811 w 6694811"/>
              <a:gd name="connsiteY4" fmla="*/ 793529 h 869982"/>
              <a:gd name="connsiteX5" fmla="*/ 5482253 w 6694811"/>
              <a:gd name="connsiteY5" fmla="*/ 802557 h 869982"/>
              <a:gd name="connsiteX6" fmla="*/ 2477795 w 6694811"/>
              <a:gd name="connsiteY6" fmla="*/ 401341 h 869982"/>
              <a:gd name="connsiteX7" fmla="*/ 0 w 6694811"/>
              <a:gd name="connsiteY7" fmla="*/ 606917 h 869982"/>
              <a:gd name="connsiteX8" fmla="*/ 0 w 6694811"/>
              <a:gd name="connsiteY8" fmla="*/ 225934 h 869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94811" h="869982">
                <a:moveTo>
                  <a:pt x="0" y="225934"/>
                </a:moveTo>
                <a:cubicBezTo>
                  <a:pt x="496250" y="147554"/>
                  <a:pt x="833880" y="59844"/>
                  <a:pt x="1460759" y="18786"/>
                </a:cubicBezTo>
                <a:cubicBezTo>
                  <a:pt x="2154334" y="15676"/>
                  <a:pt x="2717282" y="-43419"/>
                  <a:pt x="3522824" y="65439"/>
                </a:cubicBezTo>
                <a:cubicBezTo>
                  <a:pt x="4661019" y="265117"/>
                  <a:pt x="4922135" y="380819"/>
                  <a:pt x="5855056" y="589828"/>
                </a:cubicBezTo>
                <a:lnTo>
                  <a:pt x="6694811" y="793529"/>
                </a:lnTo>
                <a:cubicBezTo>
                  <a:pt x="6587579" y="808768"/>
                  <a:pt x="6576976" y="951898"/>
                  <a:pt x="5482253" y="802557"/>
                </a:cubicBezTo>
                <a:cubicBezTo>
                  <a:pt x="4592805" y="625225"/>
                  <a:pt x="3346406" y="413731"/>
                  <a:pt x="2477795" y="401341"/>
                </a:cubicBezTo>
                <a:cubicBezTo>
                  <a:pt x="1626981" y="429434"/>
                  <a:pt x="1345336" y="401543"/>
                  <a:pt x="0" y="606917"/>
                </a:cubicBezTo>
                <a:lnTo>
                  <a:pt x="0" y="2259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61" dirty="0"/>
          </a:p>
        </p:txBody>
      </p:sp>
      <p:sp>
        <p:nvSpPr>
          <p:cNvPr id="5" name="矩形 4"/>
          <p:cNvSpPr/>
          <p:nvPr/>
        </p:nvSpPr>
        <p:spPr>
          <a:xfrm>
            <a:off x="8607755" y="5275560"/>
            <a:ext cx="9680246" cy="2015607"/>
          </a:xfrm>
          <a:custGeom>
            <a:avLst/>
            <a:gdLst>
              <a:gd name="connsiteX0" fmla="*/ 0 w 6229739"/>
              <a:gd name="connsiteY0" fmla="*/ 0 h 1045029"/>
              <a:gd name="connsiteX1" fmla="*/ 6229739 w 6229739"/>
              <a:gd name="connsiteY1" fmla="*/ 0 h 1045029"/>
              <a:gd name="connsiteX2" fmla="*/ 6229739 w 6229739"/>
              <a:gd name="connsiteY2" fmla="*/ 1045029 h 1045029"/>
              <a:gd name="connsiteX3" fmla="*/ 0 w 6229739"/>
              <a:gd name="connsiteY3" fmla="*/ 1045029 h 1045029"/>
              <a:gd name="connsiteX4" fmla="*/ 0 w 6229739"/>
              <a:gd name="connsiteY4" fmla="*/ 0 h 1045029"/>
              <a:gd name="connsiteX0" fmla="*/ 0 w 6229739"/>
              <a:gd name="connsiteY0" fmla="*/ 301 h 1045330"/>
              <a:gd name="connsiteX1" fmla="*/ 4820155 w 6229739"/>
              <a:gd name="connsiteY1" fmla="*/ 0 h 1045330"/>
              <a:gd name="connsiteX2" fmla="*/ 6229739 w 6229739"/>
              <a:gd name="connsiteY2" fmla="*/ 301 h 1045330"/>
              <a:gd name="connsiteX3" fmla="*/ 6229739 w 6229739"/>
              <a:gd name="connsiteY3" fmla="*/ 1045330 h 1045330"/>
              <a:gd name="connsiteX4" fmla="*/ 0 w 6229739"/>
              <a:gd name="connsiteY4" fmla="*/ 1045330 h 1045330"/>
              <a:gd name="connsiteX5" fmla="*/ 0 w 6229739"/>
              <a:gd name="connsiteY5" fmla="*/ 301 h 1045330"/>
              <a:gd name="connsiteX0" fmla="*/ 0 w 6229739"/>
              <a:gd name="connsiteY0" fmla="*/ 0 h 1045029"/>
              <a:gd name="connsiteX1" fmla="*/ 5165387 w 6229739"/>
              <a:gd name="connsiteY1" fmla="*/ 186312 h 1045029"/>
              <a:gd name="connsiteX2" fmla="*/ 6229739 w 6229739"/>
              <a:gd name="connsiteY2" fmla="*/ 0 h 1045029"/>
              <a:gd name="connsiteX3" fmla="*/ 6229739 w 6229739"/>
              <a:gd name="connsiteY3" fmla="*/ 1045029 h 1045029"/>
              <a:gd name="connsiteX4" fmla="*/ 0 w 6229739"/>
              <a:gd name="connsiteY4" fmla="*/ 1045029 h 1045029"/>
              <a:gd name="connsiteX5" fmla="*/ 0 w 6229739"/>
              <a:gd name="connsiteY5" fmla="*/ 0 h 1045029"/>
              <a:gd name="connsiteX0" fmla="*/ 0 w 6229739"/>
              <a:gd name="connsiteY0" fmla="*/ 4873 h 1049902"/>
              <a:gd name="connsiteX1" fmla="*/ 5165387 w 6229739"/>
              <a:gd name="connsiteY1" fmla="*/ 191185 h 1049902"/>
              <a:gd name="connsiteX2" fmla="*/ 6229739 w 6229739"/>
              <a:gd name="connsiteY2" fmla="*/ 4873 h 1049902"/>
              <a:gd name="connsiteX3" fmla="*/ 6229739 w 6229739"/>
              <a:gd name="connsiteY3" fmla="*/ 1049902 h 1049902"/>
              <a:gd name="connsiteX4" fmla="*/ 0 w 6229739"/>
              <a:gd name="connsiteY4" fmla="*/ 1049902 h 1049902"/>
              <a:gd name="connsiteX5" fmla="*/ 0 w 6229739"/>
              <a:gd name="connsiteY5" fmla="*/ 4873 h 1049902"/>
              <a:gd name="connsiteX0" fmla="*/ 0 w 6229739"/>
              <a:gd name="connsiteY0" fmla="*/ 37405 h 1082434"/>
              <a:gd name="connsiteX1" fmla="*/ 4736179 w 6229739"/>
              <a:gd name="connsiteY1" fmla="*/ 167734 h 1082434"/>
              <a:gd name="connsiteX2" fmla="*/ 6229739 w 6229739"/>
              <a:gd name="connsiteY2" fmla="*/ 37405 h 1082434"/>
              <a:gd name="connsiteX3" fmla="*/ 6229739 w 6229739"/>
              <a:gd name="connsiteY3" fmla="*/ 1082434 h 1082434"/>
              <a:gd name="connsiteX4" fmla="*/ 0 w 6229739"/>
              <a:gd name="connsiteY4" fmla="*/ 1082434 h 1082434"/>
              <a:gd name="connsiteX5" fmla="*/ 0 w 6229739"/>
              <a:gd name="connsiteY5" fmla="*/ 37405 h 1082434"/>
              <a:gd name="connsiteX0" fmla="*/ 0 w 6229739"/>
              <a:gd name="connsiteY0" fmla="*/ 37405 h 1082434"/>
              <a:gd name="connsiteX1" fmla="*/ 4736179 w 6229739"/>
              <a:gd name="connsiteY1" fmla="*/ 167734 h 1082434"/>
              <a:gd name="connsiteX2" fmla="*/ 6229739 w 6229739"/>
              <a:gd name="connsiteY2" fmla="*/ 37405 h 1082434"/>
              <a:gd name="connsiteX3" fmla="*/ 6229739 w 6229739"/>
              <a:gd name="connsiteY3" fmla="*/ 1082434 h 1082434"/>
              <a:gd name="connsiteX4" fmla="*/ 0 w 6229739"/>
              <a:gd name="connsiteY4" fmla="*/ 1082434 h 1082434"/>
              <a:gd name="connsiteX5" fmla="*/ 0 w 6229739"/>
              <a:gd name="connsiteY5" fmla="*/ 37405 h 1082434"/>
              <a:gd name="connsiteX0" fmla="*/ 0 w 6229739"/>
              <a:gd name="connsiteY0" fmla="*/ 74835 h 1119864"/>
              <a:gd name="connsiteX1" fmla="*/ 4736179 w 6229739"/>
              <a:gd name="connsiteY1" fmla="*/ 205164 h 1119864"/>
              <a:gd name="connsiteX2" fmla="*/ 6229739 w 6229739"/>
              <a:gd name="connsiteY2" fmla="*/ 74835 h 1119864"/>
              <a:gd name="connsiteX3" fmla="*/ 6229739 w 6229739"/>
              <a:gd name="connsiteY3" fmla="*/ 1119864 h 1119864"/>
              <a:gd name="connsiteX4" fmla="*/ 0 w 6229739"/>
              <a:gd name="connsiteY4" fmla="*/ 1119864 h 1119864"/>
              <a:gd name="connsiteX5" fmla="*/ 0 w 6229739"/>
              <a:gd name="connsiteY5" fmla="*/ 74835 h 1119864"/>
              <a:gd name="connsiteX0" fmla="*/ 0 w 6229739"/>
              <a:gd name="connsiteY0" fmla="*/ 29211 h 1074240"/>
              <a:gd name="connsiteX1" fmla="*/ 4736179 w 6229739"/>
              <a:gd name="connsiteY1" fmla="*/ 159540 h 1074240"/>
              <a:gd name="connsiteX2" fmla="*/ 6229739 w 6229739"/>
              <a:gd name="connsiteY2" fmla="*/ 29211 h 1074240"/>
              <a:gd name="connsiteX3" fmla="*/ 6229739 w 6229739"/>
              <a:gd name="connsiteY3" fmla="*/ 1074240 h 1074240"/>
              <a:gd name="connsiteX4" fmla="*/ 0 w 6229739"/>
              <a:gd name="connsiteY4" fmla="*/ 1074240 h 1074240"/>
              <a:gd name="connsiteX5" fmla="*/ 0 w 6229739"/>
              <a:gd name="connsiteY5" fmla="*/ 29211 h 1074240"/>
              <a:gd name="connsiteX0" fmla="*/ 0 w 6229739"/>
              <a:gd name="connsiteY0" fmla="*/ 23212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0 w 6229739"/>
              <a:gd name="connsiteY5" fmla="*/ 23212 h 1068241"/>
              <a:gd name="connsiteX0" fmla="*/ 0 w 6229739"/>
              <a:gd name="connsiteY0" fmla="*/ 23212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0 w 6229739"/>
              <a:gd name="connsiteY5" fmla="*/ 23212 h 1068241"/>
              <a:gd name="connsiteX0" fmla="*/ 0 w 6229739"/>
              <a:gd name="connsiteY0" fmla="*/ 23212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0 w 6229739"/>
              <a:gd name="connsiteY5" fmla="*/ 23212 h 1068241"/>
              <a:gd name="connsiteX0" fmla="*/ 1045028 w 6229739"/>
              <a:gd name="connsiteY0" fmla="*/ 573718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045028 w 6229739"/>
              <a:gd name="connsiteY5" fmla="*/ 573718 h 1068241"/>
              <a:gd name="connsiteX0" fmla="*/ 1045028 w 6229739"/>
              <a:gd name="connsiteY0" fmla="*/ 573718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045028 w 6229739"/>
              <a:gd name="connsiteY5" fmla="*/ 573718 h 1068241"/>
              <a:gd name="connsiteX0" fmla="*/ 1045028 w 6229739"/>
              <a:gd name="connsiteY0" fmla="*/ 573718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045028 w 6229739"/>
              <a:gd name="connsiteY5" fmla="*/ 573718 h 1068241"/>
              <a:gd name="connsiteX0" fmla="*/ 1660848 w 6229739"/>
              <a:gd name="connsiteY0" fmla="*/ 573718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660848 w 6229739"/>
              <a:gd name="connsiteY5" fmla="*/ 573718 h 1068241"/>
              <a:gd name="connsiteX0" fmla="*/ 1660848 w 6229739"/>
              <a:gd name="connsiteY0" fmla="*/ 573718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660848 w 6229739"/>
              <a:gd name="connsiteY5" fmla="*/ 573718 h 1068241"/>
              <a:gd name="connsiteX0" fmla="*/ 1660848 w 6229739"/>
              <a:gd name="connsiteY0" fmla="*/ 573718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660848 w 6229739"/>
              <a:gd name="connsiteY5" fmla="*/ 573718 h 1068241"/>
              <a:gd name="connsiteX0" fmla="*/ 1595534 w 6229739"/>
              <a:gd name="connsiteY0" fmla="*/ 825645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595534 w 6229739"/>
              <a:gd name="connsiteY5" fmla="*/ 825645 h 1068241"/>
              <a:gd name="connsiteX0" fmla="*/ 1595534 w 6229739"/>
              <a:gd name="connsiteY0" fmla="*/ 825645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595534 w 6229739"/>
              <a:gd name="connsiteY5" fmla="*/ 825645 h 1068241"/>
              <a:gd name="connsiteX0" fmla="*/ 1483567 w 6229739"/>
              <a:gd name="connsiteY0" fmla="*/ 806983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483567 w 6229739"/>
              <a:gd name="connsiteY5" fmla="*/ 806983 h 1068241"/>
              <a:gd name="connsiteX0" fmla="*/ 1483567 w 6229739"/>
              <a:gd name="connsiteY0" fmla="*/ 806983 h 1068241"/>
              <a:gd name="connsiteX1" fmla="*/ 4736179 w 6229739"/>
              <a:gd name="connsiteY1" fmla="*/ 153541 h 1068241"/>
              <a:gd name="connsiteX2" fmla="*/ 6229739 w 6229739"/>
              <a:gd name="connsiteY2" fmla="*/ 23212 h 1068241"/>
              <a:gd name="connsiteX3" fmla="*/ 6229739 w 6229739"/>
              <a:gd name="connsiteY3" fmla="*/ 1068241 h 1068241"/>
              <a:gd name="connsiteX4" fmla="*/ 0 w 6229739"/>
              <a:gd name="connsiteY4" fmla="*/ 1068241 h 1068241"/>
              <a:gd name="connsiteX5" fmla="*/ 1483567 w 6229739"/>
              <a:gd name="connsiteY5" fmla="*/ 806983 h 1068241"/>
              <a:gd name="connsiteX0" fmla="*/ 1707502 w 6453674"/>
              <a:gd name="connsiteY0" fmla="*/ 806983 h 1068241"/>
              <a:gd name="connsiteX1" fmla="*/ 4960114 w 6453674"/>
              <a:gd name="connsiteY1" fmla="*/ 153541 h 1068241"/>
              <a:gd name="connsiteX2" fmla="*/ 6453674 w 6453674"/>
              <a:gd name="connsiteY2" fmla="*/ 23212 h 1068241"/>
              <a:gd name="connsiteX3" fmla="*/ 6453674 w 6453674"/>
              <a:gd name="connsiteY3" fmla="*/ 1068241 h 1068241"/>
              <a:gd name="connsiteX4" fmla="*/ 0 w 6453674"/>
              <a:gd name="connsiteY4" fmla="*/ 1002927 h 1068241"/>
              <a:gd name="connsiteX5" fmla="*/ 1707502 w 6453674"/>
              <a:gd name="connsiteY5" fmla="*/ 806983 h 1068241"/>
              <a:gd name="connsiteX0" fmla="*/ 1707502 w 6453674"/>
              <a:gd name="connsiteY0" fmla="*/ 806983 h 1068241"/>
              <a:gd name="connsiteX1" fmla="*/ 4960114 w 6453674"/>
              <a:gd name="connsiteY1" fmla="*/ 153541 h 1068241"/>
              <a:gd name="connsiteX2" fmla="*/ 6453674 w 6453674"/>
              <a:gd name="connsiteY2" fmla="*/ 23212 h 1068241"/>
              <a:gd name="connsiteX3" fmla="*/ 6453674 w 6453674"/>
              <a:gd name="connsiteY3" fmla="*/ 1068241 h 1068241"/>
              <a:gd name="connsiteX4" fmla="*/ 0 w 6453674"/>
              <a:gd name="connsiteY4" fmla="*/ 1002927 h 1068241"/>
              <a:gd name="connsiteX5" fmla="*/ 1707502 w 6453674"/>
              <a:gd name="connsiteY5" fmla="*/ 806983 h 1068241"/>
              <a:gd name="connsiteX0" fmla="*/ 1707502 w 6453674"/>
              <a:gd name="connsiteY0" fmla="*/ 806983 h 1208053"/>
              <a:gd name="connsiteX1" fmla="*/ 4960114 w 6453674"/>
              <a:gd name="connsiteY1" fmla="*/ 153541 h 1208053"/>
              <a:gd name="connsiteX2" fmla="*/ 6453674 w 6453674"/>
              <a:gd name="connsiteY2" fmla="*/ 23212 h 1208053"/>
              <a:gd name="connsiteX3" fmla="*/ 6453674 w 6453674"/>
              <a:gd name="connsiteY3" fmla="*/ 1068241 h 1208053"/>
              <a:gd name="connsiteX4" fmla="*/ 0 w 6453674"/>
              <a:gd name="connsiteY4" fmla="*/ 1002927 h 1208053"/>
              <a:gd name="connsiteX5" fmla="*/ 1707502 w 6453674"/>
              <a:gd name="connsiteY5" fmla="*/ 806983 h 1208053"/>
              <a:gd name="connsiteX0" fmla="*/ 1707502 w 6453674"/>
              <a:gd name="connsiteY0" fmla="*/ 806983 h 1303122"/>
              <a:gd name="connsiteX1" fmla="*/ 4960114 w 6453674"/>
              <a:gd name="connsiteY1" fmla="*/ 153541 h 1303122"/>
              <a:gd name="connsiteX2" fmla="*/ 6453674 w 6453674"/>
              <a:gd name="connsiteY2" fmla="*/ 23212 h 1303122"/>
              <a:gd name="connsiteX3" fmla="*/ 6453674 w 6453674"/>
              <a:gd name="connsiteY3" fmla="*/ 1068241 h 1303122"/>
              <a:gd name="connsiteX4" fmla="*/ 0 w 6453674"/>
              <a:gd name="connsiteY4" fmla="*/ 1002927 h 1303122"/>
              <a:gd name="connsiteX5" fmla="*/ 1707502 w 6453674"/>
              <a:gd name="connsiteY5" fmla="*/ 806983 h 1303122"/>
              <a:gd name="connsiteX0" fmla="*/ 1707502 w 6453674"/>
              <a:gd name="connsiteY0" fmla="*/ 806983 h 1373581"/>
              <a:gd name="connsiteX1" fmla="*/ 4960114 w 6453674"/>
              <a:gd name="connsiteY1" fmla="*/ 153541 h 1373581"/>
              <a:gd name="connsiteX2" fmla="*/ 6453674 w 6453674"/>
              <a:gd name="connsiteY2" fmla="*/ 23212 h 1373581"/>
              <a:gd name="connsiteX3" fmla="*/ 6453674 w 6453674"/>
              <a:gd name="connsiteY3" fmla="*/ 1068241 h 1373581"/>
              <a:gd name="connsiteX4" fmla="*/ 4572001 w 6453674"/>
              <a:gd name="connsiteY4" fmla="*/ 1372929 h 1373581"/>
              <a:gd name="connsiteX5" fmla="*/ 0 w 6453674"/>
              <a:gd name="connsiteY5" fmla="*/ 1002927 h 1373581"/>
              <a:gd name="connsiteX6" fmla="*/ 1707502 w 6453674"/>
              <a:gd name="connsiteY6" fmla="*/ 806983 h 1373581"/>
              <a:gd name="connsiteX0" fmla="*/ 1707502 w 6453674"/>
              <a:gd name="connsiteY0" fmla="*/ 806983 h 1372929"/>
              <a:gd name="connsiteX1" fmla="*/ 4960114 w 6453674"/>
              <a:gd name="connsiteY1" fmla="*/ 153541 h 1372929"/>
              <a:gd name="connsiteX2" fmla="*/ 6453674 w 6453674"/>
              <a:gd name="connsiteY2" fmla="*/ 23212 h 1372929"/>
              <a:gd name="connsiteX3" fmla="*/ 6453674 w 6453674"/>
              <a:gd name="connsiteY3" fmla="*/ 1068241 h 1372929"/>
              <a:gd name="connsiteX4" fmla="*/ 4572001 w 6453674"/>
              <a:gd name="connsiteY4" fmla="*/ 1372929 h 1372929"/>
              <a:gd name="connsiteX5" fmla="*/ 0 w 6453674"/>
              <a:gd name="connsiteY5" fmla="*/ 1002927 h 1372929"/>
              <a:gd name="connsiteX6" fmla="*/ 1707502 w 6453674"/>
              <a:gd name="connsiteY6" fmla="*/ 806983 h 1372929"/>
              <a:gd name="connsiteX0" fmla="*/ 1707502 w 6453674"/>
              <a:gd name="connsiteY0" fmla="*/ 806983 h 1111672"/>
              <a:gd name="connsiteX1" fmla="*/ 4960114 w 6453674"/>
              <a:gd name="connsiteY1" fmla="*/ 153541 h 1111672"/>
              <a:gd name="connsiteX2" fmla="*/ 6453674 w 6453674"/>
              <a:gd name="connsiteY2" fmla="*/ 23212 h 1111672"/>
              <a:gd name="connsiteX3" fmla="*/ 6453674 w 6453674"/>
              <a:gd name="connsiteY3" fmla="*/ 1068241 h 1111672"/>
              <a:gd name="connsiteX4" fmla="*/ 4711960 w 6453674"/>
              <a:gd name="connsiteY4" fmla="*/ 1111672 h 1111672"/>
              <a:gd name="connsiteX5" fmla="*/ 0 w 6453674"/>
              <a:gd name="connsiteY5" fmla="*/ 1002927 h 1111672"/>
              <a:gd name="connsiteX6" fmla="*/ 1707502 w 6453674"/>
              <a:gd name="connsiteY6" fmla="*/ 806983 h 1111672"/>
              <a:gd name="connsiteX0" fmla="*/ 1707502 w 6453674"/>
              <a:gd name="connsiteY0" fmla="*/ 806983 h 1111672"/>
              <a:gd name="connsiteX1" fmla="*/ 4960114 w 6453674"/>
              <a:gd name="connsiteY1" fmla="*/ 153541 h 1111672"/>
              <a:gd name="connsiteX2" fmla="*/ 6453674 w 6453674"/>
              <a:gd name="connsiteY2" fmla="*/ 23212 h 1111672"/>
              <a:gd name="connsiteX3" fmla="*/ 6435013 w 6453674"/>
              <a:gd name="connsiteY3" fmla="*/ 751000 h 1111672"/>
              <a:gd name="connsiteX4" fmla="*/ 4711960 w 6453674"/>
              <a:gd name="connsiteY4" fmla="*/ 1111672 h 1111672"/>
              <a:gd name="connsiteX5" fmla="*/ 0 w 6453674"/>
              <a:gd name="connsiteY5" fmla="*/ 1002927 h 1111672"/>
              <a:gd name="connsiteX6" fmla="*/ 1707502 w 6453674"/>
              <a:gd name="connsiteY6" fmla="*/ 806983 h 1111672"/>
              <a:gd name="connsiteX0" fmla="*/ 1707502 w 6472336"/>
              <a:gd name="connsiteY0" fmla="*/ 806983 h 1111672"/>
              <a:gd name="connsiteX1" fmla="*/ 4960114 w 6472336"/>
              <a:gd name="connsiteY1" fmla="*/ 153541 h 1111672"/>
              <a:gd name="connsiteX2" fmla="*/ 6453674 w 6472336"/>
              <a:gd name="connsiteY2" fmla="*/ 23212 h 1111672"/>
              <a:gd name="connsiteX3" fmla="*/ 6472336 w 6472336"/>
              <a:gd name="connsiteY3" fmla="*/ 545727 h 1111672"/>
              <a:gd name="connsiteX4" fmla="*/ 4711960 w 6472336"/>
              <a:gd name="connsiteY4" fmla="*/ 1111672 h 1111672"/>
              <a:gd name="connsiteX5" fmla="*/ 0 w 6472336"/>
              <a:gd name="connsiteY5" fmla="*/ 1002927 h 1111672"/>
              <a:gd name="connsiteX6" fmla="*/ 1707502 w 6472336"/>
              <a:gd name="connsiteY6" fmla="*/ 806983 h 1111672"/>
              <a:gd name="connsiteX0" fmla="*/ 1707502 w 6463005"/>
              <a:gd name="connsiteY0" fmla="*/ 806983 h 1111672"/>
              <a:gd name="connsiteX1" fmla="*/ 4960114 w 6463005"/>
              <a:gd name="connsiteY1" fmla="*/ 153541 h 1111672"/>
              <a:gd name="connsiteX2" fmla="*/ 6453674 w 6463005"/>
              <a:gd name="connsiteY2" fmla="*/ 23212 h 1111672"/>
              <a:gd name="connsiteX3" fmla="*/ 6463005 w 6463005"/>
              <a:gd name="connsiteY3" fmla="*/ 461751 h 1111672"/>
              <a:gd name="connsiteX4" fmla="*/ 4711960 w 6463005"/>
              <a:gd name="connsiteY4" fmla="*/ 1111672 h 1111672"/>
              <a:gd name="connsiteX5" fmla="*/ 0 w 6463005"/>
              <a:gd name="connsiteY5" fmla="*/ 1002927 h 1111672"/>
              <a:gd name="connsiteX6" fmla="*/ 1707502 w 6463005"/>
              <a:gd name="connsiteY6" fmla="*/ 806983 h 1111672"/>
              <a:gd name="connsiteX0" fmla="*/ 1707502 w 6453674"/>
              <a:gd name="connsiteY0" fmla="*/ 806983 h 1111672"/>
              <a:gd name="connsiteX1" fmla="*/ 4960114 w 6453674"/>
              <a:gd name="connsiteY1" fmla="*/ 153541 h 1111672"/>
              <a:gd name="connsiteX2" fmla="*/ 6453674 w 6453674"/>
              <a:gd name="connsiteY2" fmla="*/ 23212 h 1111672"/>
              <a:gd name="connsiteX3" fmla="*/ 6453674 w 6453674"/>
              <a:gd name="connsiteY3" fmla="*/ 564388 h 1111672"/>
              <a:gd name="connsiteX4" fmla="*/ 4711960 w 6453674"/>
              <a:gd name="connsiteY4" fmla="*/ 1111672 h 1111672"/>
              <a:gd name="connsiteX5" fmla="*/ 0 w 6453674"/>
              <a:gd name="connsiteY5" fmla="*/ 1002927 h 1111672"/>
              <a:gd name="connsiteX6" fmla="*/ 1707502 w 6453674"/>
              <a:gd name="connsiteY6" fmla="*/ 806983 h 1111672"/>
              <a:gd name="connsiteX0" fmla="*/ 1707502 w 6453674"/>
              <a:gd name="connsiteY0" fmla="*/ 806983 h 1111672"/>
              <a:gd name="connsiteX1" fmla="*/ 4960114 w 6453674"/>
              <a:gd name="connsiteY1" fmla="*/ 153541 h 1111672"/>
              <a:gd name="connsiteX2" fmla="*/ 6453674 w 6453674"/>
              <a:gd name="connsiteY2" fmla="*/ 23212 h 1111672"/>
              <a:gd name="connsiteX3" fmla="*/ 6453674 w 6453674"/>
              <a:gd name="connsiteY3" fmla="*/ 564388 h 1111672"/>
              <a:gd name="connsiteX4" fmla="*/ 4711960 w 6453674"/>
              <a:gd name="connsiteY4" fmla="*/ 1111672 h 1111672"/>
              <a:gd name="connsiteX5" fmla="*/ 0 w 6453674"/>
              <a:gd name="connsiteY5" fmla="*/ 1002927 h 1111672"/>
              <a:gd name="connsiteX6" fmla="*/ 1707502 w 6453674"/>
              <a:gd name="connsiteY6" fmla="*/ 806983 h 1111672"/>
              <a:gd name="connsiteX0" fmla="*/ 1707502 w 6453674"/>
              <a:gd name="connsiteY0" fmla="*/ 806983 h 1232970"/>
              <a:gd name="connsiteX1" fmla="*/ 4960114 w 6453674"/>
              <a:gd name="connsiteY1" fmla="*/ 153541 h 1232970"/>
              <a:gd name="connsiteX2" fmla="*/ 6453674 w 6453674"/>
              <a:gd name="connsiteY2" fmla="*/ 23212 h 1232970"/>
              <a:gd name="connsiteX3" fmla="*/ 6453674 w 6453674"/>
              <a:gd name="connsiteY3" fmla="*/ 564388 h 1232970"/>
              <a:gd name="connsiteX4" fmla="*/ 4320075 w 6453674"/>
              <a:gd name="connsiteY4" fmla="*/ 1232970 h 1232970"/>
              <a:gd name="connsiteX5" fmla="*/ 0 w 6453674"/>
              <a:gd name="connsiteY5" fmla="*/ 1002927 h 1232970"/>
              <a:gd name="connsiteX6" fmla="*/ 1707502 w 6453674"/>
              <a:gd name="connsiteY6" fmla="*/ 806983 h 1232970"/>
              <a:gd name="connsiteX0" fmla="*/ 1707502 w 6453674"/>
              <a:gd name="connsiteY0" fmla="*/ 806983 h 1232970"/>
              <a:gd name="connsiteX1" fmla="*/ 4960114 w 6453674"/>
              <a:gd name="connsiteY1" fmla="*/ 153541 h 1232970"/>
              <a:gd name="connsiteX2" fmla="*/ 6453674 w 6453674"/>
              <a:gd name="connsiteY2" fmla="*/ 23212 h 1232970"/>
              <a:gd name="connsiteX3" fmla="*/ 6453674 w 6453674"/>
              <a:gd name="connsiteY3" fmla="*/ 564388 h 1232970"/>
              <a:gd name="connsiteX4" fmla="*/ 4320075 w 6453674"/>
              <a:gd name="connsiteY4" fmla="*/ 1232970 h 1232970"/>
              <a:gd name="connsiteX5" fmla="*/ 0 w 6453674"/>
              <a:gd name="connsiteY5" fmla="*/ 1002927 h 1232970"/>
              <a:gd name="connsiteX6" fmla="*/ 1707502 w 6453674"/>
              <a:gd name="connsiteY6" fmla="*/ 806983 h 1232970"/>
              <a:gd name="connsiteX0" fmla="*/ 1707502 w 6453674"/>
              <a:gd name="connsiteY0" fmla="*/ 806983 h 1330804"/>
              <a:gd name="connsiteX1" fmla="*/ 4960114 w 6453674"/>
              <a:gd name="connsiteY1" fmla="*/ 153541 h 1330804"/>
              <a:gd name="connsiteX2" fmla="*/ 6453674 w 6453674"/>
              <a:gd name="connsiteY2" fmla="*/ 23212 h 1330804"/>
              <a:gd name="connsiteX3" fmla="*/ 6453674 w 6453674"/>
              <a:gd name="connsiteY3" fmla="*/ 564388 h 1330804"/>
              <a:gd name="connsiteX4" fmla="*/ 4320075 w 6453674"/>
              <a:gd name="connsiteY4" fmla="*/ 1232970 h 1330804"/>
              <a:gd name="connsiteX5" fmla="*/ 0 w 6453674"/>
              <a:gd name="connsiteY5" fmla="*/ 1002927 h 1330804"/>
              <a:gd name="connsiteX6" fmla="*/ 1707502 w 6453674"/>
              <a:gd name="connsiteY6" fmla="*/ 806983 h 1330804"/>
              <a:gd name="connsiteX0" fmla="*/ 1707502 w 6453674"/>
              <a:gd name="connsiteY0" fmla="*/ 817338 h 1341159"/>
              <a:gd name="connsiteX1" fmla="*/ 4950784 w 6453674"/>
              <a:gd name="connsiteY1" fmla="*/ 126574 h 1341159"/>
              <a:gd name="connsiteX2" fmla="*/ 6453674 w 6453674"/>
              <a:gd name="connsiteY2" fmla="*/ 33567 h 1341159"/>
              <a:gd name="connsiteX3" fmla="*/ 6453674 w 6453674"/>
              <a:gd name="connsiteY3" fmla="*/ 574743 h 1341159"/>
              <a:gd name="connsiteX4" fmla="*/ 4320075 w 6453674"/>
              <a:gd name="connsiteY4" fmla="*/ 1243325 h 1341159"/>
              <a:gd name="connsiteX5" fmla="*/ 0 w 6453674"/>
              <a:gd name="connsiteY5" fmla="*/ 1013282 h 1341159"/>
              <a:gd name="connsiteX6" fmla="*/ 1707502 w 6453674"/>
              <a:gd name="connsiteY6" fmla="*/ 817338 h 1341159"/>
              <a:gd name="connsiteX0" fmla="*/ 1707502 w 6453674"/>
              <a:gd name="connsiteY0" fmla="*/ 803005 h 1326826"/>
              <a:gd name="connsiteX1" fmla="*/ 4950784 w 6453674"/>
              <a:gd name="connsiteY1" fmla="*/ 112241 h 1326826"/>
              <a:gd name="connsiteX2" fmla="*/ 6453674 w 6453674"/>
              <a:gd name="connsiteY2" fmla="*/ 19234 h 1326826"/>
              <a:gd name="connsiteX3" fmla="*/ 6453674 w 6453674"/>
              <a:gd name="connsiteY3" fmla="*/ 560410 h 1326826"/>
              <a:gd name="connsiteX4" fmla="*/ 4320075 w 6453674"/>
              <a:gd name="connsiteY4" fmla="*/ 1228992 h 1326826"/>
              <a:gd name="connsiteX5" fmla="*/ 0 w 6453674"/>
              <a:gd name="connsiteY5" fmla="*/ 998949 h 1326826"/>
              <a:gd name="connsiteX6" fmla="*/ 1707502 w 6453674"/>
              <a:gd name="connsiteY6" fmla="*/ 803005 h 1326826"/>
              <a:gd name="connsiteX0" fmla="*/ 1707502 w 6453674"/>
              <a:gd name="connsiteY0" fmla="*/ 817338 h 1341159"/>
              <a:gd name="connsiteX1" fmla="*/ 4950784 w 6453674"/>
              <a:gd name="connsiteY1" fmla="*/ 126574 h 1341159"/>
              <a:gd name="connsiteX2" fmla="*/ 6453674 w 6453674"/>
              <a:gd name="connsiteY2" fmla="*/ 33567 h 1341159"/>
              <a:gd name="connsiteX3" fmla="*/ 6453674 w 6453674"/>
              <a:gd name="connsiteY3" fmla="*/ 574743 h 1341159"/>
              <a:gd name="connsiteX4" fmla="*/ 4320075 w 6453674"/>
              <a:gd name="connsiteY4" fmla="*/ 1243325 h 1341159"/>
              <a:gd name="connsiteX5" fmla="*/ 0 w 6453674"/>
              <a:gd name="connsiteY5" fmla="*/ 1013282 h 1341159"/>
              <a:gd name="connsiteX6" fmla="*/ 1707502 w 6453674"/>
              <a:gd name="connsiteY6" fmla="*/ 817338 h 1341159"/>
              <a:gd name="connsiteX0" fmla="*/ 1707502 w 6453674"/>
              <a:gd name="connsiteY0" fmla="*/ 817338 h 1341159"/>
              <a:gd name="connsiteX1" fmla="*/ 4950784 w 6453674"/>
              <a:gd name="connsiteY1" fmla="*/ 126574 h 1341159"/>
              <a:gd name="connsiteX2" fmla="*/ 6453674 w 6453674"/>
              <a:gd name="connsiteY2" fmla="*/ 33567 h 1341159"/>
              <a:gd name="connsiteX3" fmla="*/ 6453674 w 6453674"/>
              <a:gd name="connsiteY3" fmla="*/ 574743 h 1341159"/>
              <a:gd name="connsiteX4" fmla="*/ 4320075 w 6453674"/>
              <a:gd name="connsiteY4" fmla="*/ 1243325 h 1341159"/>
              <a:gd name="connsiteX5" fmla="*/ 0 w 6453674"/>
              <a:gd name="connsiteY5" fmla="*/ 1013282 h 1341159"/>
              <a:gd name="connsiteX6" fmla="*/ 1707502 w 6453674"/>
              <a:gd name="connsiteY6" fmla="*/ 817338 h 1341159"/>
              <a:gd name="connsiteX0" fmla="*/ 1707502 w 6453674"/>
              <a:gd name="connsiteY0" fmla="*/ 817338 h 1341159"/>
              <a:gd name="connsiteX1" fmla="*/ 4950784 w 6453674"/>
              <a:gd name="connsiteY1" fmla="*/ 126574 h 1341159"/>
              <a:gd name="connsiteX2" fmla="*/ 6453674 w 6453674"/>
              <a:gd name="connsiteY2" fmla="*/ 33567 h 1341159"/>
              <a:gd name="connsiteX3" fmla="*/ 6453674 w 6453674"/>
              <a:gd name="connsiteY3" fmla="*/ 574743 h 1341159"/>
              <a:gd name="connsiteX4" fmla="*/ 4320075 w 6453674"/>
              <a:gd name="connsiteY4" fmla="*/ 1243325 h 1341159"/>
              <a:gd name="connsiteX5" fmla="*/ 0 w 6453674"/>
              <a:gd name="connsiteY5" fmla="*/ 1013282 h 1341159"/>
              <a:gd name="connsiteX6" fmla="*/ 1707502 w 6453674"/>
              <a:gd name="connsiteY6" fmla="*/ 817338 h 1341159"/>
              <a:gd name="connsiteX0" fmla="*/ 1707502 w 6453674"/>
              <a:gd name="connsiteY0" fmla="*/ 824451 h 1348272"/>
              <a:gd name="connsiteX1" fmla="*/ 4950784 w 6453674"/>
              <a:gd name="connsiteY1" fmla="*/ 115026 h 1348272"/>
              <a:gd name="connsiteX2" fmla="*/ 6453674 w 6453674"/>
              <a:gd name="connsiteY2" fmla="*/ 40680 h 1348272"/>
              <a:gd name="connsiteX3" fmla="*/ 6453674 w 6453674"/>
              <a:gd name="connsiteY3" fmla="*/ 581856 h 1348272"/>
              <a:gd name="connsiteX4" fmla="*/ 4320075 w 6453674"/>
              <a:gd name="connsiteY4" fmla="*/ 1250438 h 1348272"/>
              <a:gd name="connsiteX5" fmla="*/ 0 w 6453674"/>
              <a:gd name="connsiteY5" fmla="*/ 1020395 h 1348272"/>
              <a:gd name="connsiteX6" fmla="*/ 1707502 w 6453674"/>
              <a:gd name="connsiteY6" fmla="*/ 824451 h 1348272"/>
              <a:gd name="connsiteX0" fmla="*/ 1707502 w 6453674"/>
              <a:gd name="connsiteY0" fmla="*/ 818566 h 1342387"/>
              <a:gd name="connsiteX1" fmla="*/ 4950784 w 6453674"/>
              <a:gd name="connsiteY1" fmla="*/ 109141 h 1342387"/>
              <a:gd name="connsiteX2" fmla="*/ 6453674 w 6453674"/>
              <a:gd name="connsiteY2" fmla="*/ 34795 h 1342387"/>
              <a:gd name="connsiteX3" fmla="*/ 6453674 w 6453674"/>
              <a:gd name="connsiteY3" fmla="*/ 575971 h 1342387"/>
              <a:gd name="connsiteX4" fmla="*/ 4320075 w 6453674"/>
              <a:gd name="connsiteY4" fmla="*/ 1244553 h 1342387"/>
              <a:gd name="connsiteX5" fmla="*/ 0 w 6453674"/>
              <a:gd name="connsiteY5" fmla="*/ 1014510 h 1342387"/>
              <a:gd name="connsiteX6" fmla="*/ 1707502 w 6453674"/>
              <a:gd name="connsiteY6" fmla="*/ 818566 h 134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3674" h="1342387">
                <a:moveTo>
                  <a:pt x="1707502" y="818566"/>
                </a:moveTo>
                <a:cubicBezTo>
                  <a:pt x="2343835" y="750042"/>
                  <a:pt x="3260090" y="401599"/>
                  <a:pt x="4950784" y="109141"/>
                </a:cubicBezTo>
                <a:cubicBezTo>
                  <a:pt x="5706787" y="-27608"/>
                  <a:pt x="6089560" y="-15068"/>
                  <a:pt x="6453674" y="34795"/>
                </a:cubicBezTo>
                <a:lnTo>
                  <a:pt x="6453674" y="575971"/>
                </a:lnTo>
                <a:cubicBezTo>
                  <a:pt x="5965890" y="877123"/>
                  <a:pt x="5237067" y="1068826"/>
                  <a:pt x="4320075" y="1244553"/>
                </a:cubicBezTo>
                <a:cubicBezTo>
                  <a:pt x="3076512" y="1541577"/>
                  <a:pt x="517849" y="1073067"/>
                  <a:pt x="0" y="1014510"/>
                </a:cubicBezTo>
                <a:cubicBezTo>
                  <a:pt x="587828" y="977187"/>
                  <a:pt x="1138335" y="883881"/>
                  <a:pt x="1707502" y="818566"/>
                </a:cubicBezTo>
                <a:close/>
              </a:path>
            </a:pathLst>
          </a:custGeom>
          <a:solidFill>
            <a:srgbClr val="1066A5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61" dirty="0"/>
          </a:p>
        </p:txBody>
      </p:sp>
      <p:sp>
        <p:nvSpPr>
          <p:cNvPr id="9" name="TextBox 102"/>
          <p:cNvSpPr txBox="1"/>
          <p:nvPr/>
        </p:nvSpPr>
        <p:spPr>
          <a:xfrm>
            <a:off x="296997" y="8068134"/>
            <a:ext cx="17340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7200" b="1" dirty="0">
                <a:solidFill>
                  <a:srgbClr val="0068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布线设计优化项目介绍</a:t>
            </a:r>
            <a:endParaRPr lang="en-US" altLang="zh-CN" sz="7200" b="1" dirty="0">
              <a:solidFill>
                <a:srgbClr val="0068B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1B28E90-5D46-1796-F8BE-F4F54BF3DE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670" y="543003"/>
            <a:ext cx="4735895" cy="1031373"/>
          </a:xfrm>
          <a:prstGeom prst="rect">
            <a:avLst/>
          </a:prstGeom>
        </p:spPr>
      </p:pic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2849F60E-2CB3-2A14-2318-C612E3F445A3}"/>
              </a:ext>
            </a:extLst>
          </p:cNvPr>
          <p:cNvCxnSpPr>
            <a:cxnSpLocks/>
          </p:cNvCxnSpPr>
          <p:nvPr/>
        </p:nvCxnSpPr>
        <p:spPr>
          <a:xfrm>
            <a:off x="406892" y="9228309"/>
            <a:ext cx="17120712" cy="0"/>
          </a:xfrm>
          <a:prstGeom prst="line">
            <a:avLst/>
          </a:prstGeom>
          <a:ln w="12700">
            <a:solidFill>
              <a:srgbClr val="2059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28">
            <a:extLst>
              <a:ext uri="{FF2B5EF4-FFF2-40B4-BE49-F238E27FC236}">
                <a16:creationId xmlns:a16="http://schemas.microsoft.com/office/drawing/2014/main" id="{C1792C47-3C3B-46AE-98AD-612FFCC2D41A}"/>
              </a:ext>
            </a:extLst>
          </p:cNvPr>
          <p:cNvSpPr txBox="1"/>
          <p:nvPr/>
        </p:nvSpPr>
        <p:spPr>
          <a:xfrm>
            <a:off x="15349895" y="9299344"/>
            <a:ext cx="2287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rgbClr val="0068B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2025</a:t>
            </a:r>
            <a:r>
              <a:rPr lang="zh-CN" altLang="en-US" sz="3200" b="1" dirty="0">
                <a:solidFill>
                  <a:srgbClr val="0068B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年</a:t>
            </a:r>
            <a:r>
              <a:rPr lang="en-US" altLang="zh-CN" sz="3200" b="1" dirty="0">
                <a:solidFill>
                  <a:srgbClr val="0068B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5</a:t>
            </a:r>
            <a:r>
              <a:rPr lang="zh-CN" altLang="en-US" sz="3200" b="1" dirty="0">
                <a:solidFill>
                  <a:srgbClr val="0068B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385611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729938" y="7513992"/>
            <a:ext cx="5474828" cy="2773008"/>
            <a:chOff x="0" y="0"/>
            <a:chExt cx="7299770" cy="3697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99833" cy="3697351"/>
            </a:xfrm>
            <a:custGeom>
              <a:avLst/>
              <a:gdLst/>
              <a:ahLst/>
              <a:cxnLst/>
              <a:rect l="l" t="t" r="r" b="b"/>
              <a:pathLst>
                <a:path w="7299833" h="3697351">
                  <a:moveTo>
                    <a:pt x="3649853" y="0"/>
                  </a:moveTo>
                  <a:cubicBezTo>
                    <a:pt x="5665597" y="0"/>
                    <a:pt x="7299833" y="1634109"/>
                    <a:pt x="7299833" y="3649853"/>
                  </a:cubicBezTo>
                  <a:lnTo>
                    <a:pt x="7297420" y="3697351"/>
                  </a:lnTo>
                  <a:lnTo>
                    <a:pt x="2413" y="3697351"/>
                  </a:lnTo>
                  <a:lnTo>
                    <a:pt x="0" y="3649853"/>
                  </a:lnTo>
                  <a:cubicBezTo>
                    <a:pt x="0" y="1634109"/>
                    <a:pt x="1634109" y="0"/>
                    <a:pt x="3649853" y="0"/>
                  </a:cubicBezTo>
                  <a:close/>
                </a:path>
              </a:pathLst>
            </a:custGeom>
            <a:solidFill>
              <a:srgbClr val="0058E0">
                <a:alpha val="1764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5608" y="1530190"/>
            <a:ext cx="17782224" cy="8138432"/>
            <a:chOff x="0" y="0"/>
            <a:chExt cx="23709632" cy="10851242"/>
          </a:xfrm>
        </p:grpSpPr>
        <p:sp>
          <p:nvSpPr>
            <p:cNvPr id="10" name="Freeform 10"/>
            <p:cNvSpPr/>
            <p:nvPr/>
          </p:nvSpPr>
          <p:spPr>
            <a:xfrm>
              <a:off x="3175" y="3175"/>
              <a:ext cx="23703280" cy="10844784"/>
            </a:xfrm>
            <a:custGeom>
              <a:avLst/>
              <a:gdLst/>
              <a:ahLst/>
              <a:cxnLst/>
              <a:rect l="l" t="t" r="r" b="b"/>
              <a:pathLst>
                <a:path w="23703280" h="10844784">
                  <a:moveTo>
                    <a:pt x="23703280" y="0"/>
                  </a:moveTo>
                  <a:lnTo>
                    <a:pt x="5422392" y="0"/>
                  </a:lnTo>
                  <a:cubicBezTo>
                    <a:pt x="2427732" y="0"/>
                    <a:pt x="0" y="2427732"/>
                    <a:pt x="0" y="5422392"/>
                  </a:cubicBezTo>
                  <a:lnTo>
                    <a:pt x="0" y="5422392"/>
                  </a:lnTo>
                  <a:cubicBezTo>
                    <a:pt x="0" y="8417179"/>
                    <a:pt x="2427732" y="10844784"/>
                    <a:pt x="5422392" y="10844784"/>
                  </a:cubicBezTo>
                  <a:lnTo>
                    <a:pt x="23703279" y="108447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23709629" cy="10851261"/>
            </a:xfrm>
            <a:custGeom>
              <a:avLst/>
              <a:gdLst/>
              <a:ahLst/>
              <a:cxnLst/>
              <a:rect l="l" t="t" r="r" b="b"/>
              <a:pathLst>
                <a:path w="23709629" h="10851261">
                  <a:moveTo>
                    <a:pt x="23706455" y="6350"/>
                  </a:moveTo>
                  <a:lnTo>
                    <a:pt x="5425567" y="6350"/>
                  </a:lnTo>
                  <a:lnTo>
                    <a:pt x="5425567" y="3175"/>
                  </a:lnTo>
                  <a:lnTo>
                    <a:pt x="5425567" y="6350"/>
                  </a:lnTo>
                  <a:cubicBezTo>
                    <a:pt x="2432685" y="6350"/>
                    <a:pt x="6350" y="2432685"/>
                    <a:pt x="6350" y="5425567"/>
                  </a:cubicBezTo>
                  <a:lnTo>
                    <a:pt x="3175" y="5425567"/>
                  </a:lnTo>
                  <a:lnTo>
                    <a:pt x="3175" y="5422392"/>
                  </a:lnTo>
                  <a:lnTo>
                    <a:pt x="3175" y="5422392"/>
                  </a:lnTo>
                  <a:cubicBezTo>
                    <a:pt x="4953" y="5422392"/>
                    <a:pt x="6350" y="5423789"/>
                    <a:pt x="6350" y="5425567"/>
                  </a:cubicBezTo>
                  <a:cubicBezTo>
                    <a:pt x="6350" y="8418576"/>
                    <a:pt x="2432685" y="10844784"/>
                    <a:pt x="5425567" y="10844784"/>
                  </a:cubicBezTo>
                  <a:lnTo>
                    <a:pt x="5425567" y="10847959"/>
                  </a:lnTo>
                  <a:lnTo>
                    <a:pt x="5425567" y="10844784"/>
                  </a:lnTo>
                  <a:lnTo>
                    <a:pt x="23706454" y="10844784"/>
                  </a:lnTo>
                  <a:lnTo>
                    <a:pt x="23706454" y="10847959"/>
                  </a:lnTo>
                  <a:lnTo>
                    <a:pt x="23703279" y="10847959"/>
                  </a:lnTo>
                  <a:lnTo>
                    <a:pt x="23703279" y="3175"/>
                  </a:lnTo>
                  <a:lnTo>
                    <a:pt x="23706454" y="3175"/>
                  </a:lnTo>
                  <a:lnTo>
                    <a:pt x="23706454" y="6350"/>
                  </a:lnTo>
                  <a:moveTo>
                    <a:pt x="23706454" y="0"/>
                  </a:moveTo>
                  <a:cubicBezTo>
                    <a:pt x="23708232" y="0"/>
                    <a:pt x="23709629" y="1397"/>
                    <a:pt x="23709629" y="3175"/>
                  </a:cubicBezTo>
                  <a:lnTo>
                    <a:pt x="23709629" y="10848086"/>
                  </a:lnTo>
                  <a:cubicBezTo>
                    <a:pt x="23709629" y="10849864"/>
                    <a:pt x="23708232" y="10851261"/>
                    <a:pt x="23706454" y="10851261"/>
                  </a:cubicBezTo>
                  <a:lnTo>
                    <a:pt x="5425567" y="10851261"/>
                  </a:lnTo>
                  <a:lnTo>
                    <a:pt x="5425567" y="10851261"/>
                  </a:lnTo>
                  <a:cubicBezTo>
                    <a:pt x="2429129" y="10851261"/>
                    <a:pt x="0" y="8422132"/>
                    <a:pt x="0" y="5425567"/>
                  </a:cubicBezTo>
                  <a:lnTo>
                    <a:pt x="3175" y="5425567"/>
                  </a:lnTo>
                  <a:lnTo>
                    <a:pt x="3175" y="5428742"/>
                  </a:lnTo>
                  <a:lnTo>
                    <a:pt x="3175" y="5428742"/>
                  </a:lnTo>
                  <a:cubicBezTo>
                    <a:pt x="1397" y="5428742"/>
                    <a:pt x="0" y="5427345"/>
                    <a:pt x="0" y="5425567"/>
                  </a:cubicBezTo>
                  <a:cubicBezTo>
                    <a:pt x="0" y="2429129"/>
                    <a:pt x="2429129" y="0"/>
                    <a:pt x="5425567" y="0"/>
                  </a:cubicBezTo>
                  <a:lnTo>
                    <a:pt x="23706455" y="0"/>
                  </a:lnTo>
                  <a:close/>
                </a:path>
              </a:pathLst>
            </a:custGeom>
            <a:solidFill>
              <a:srgbClr val="0058E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41413" y="2750029"/>
            <a:ext cx="2676995" cy="2527520"/>
            <a:chOff x="0" y="0"/>
            <a:chExt cx="3569326" cy="3370026"/>
          </a:xfrm>
          <a:solidFill>
            <a:srgbClr val="005BAB"/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69462" cy="3370072"/>
            </a:xfrm>
            <a:custGeom>
              <a:avLst/>
              <a:gdLst/>
              <a:ahLst/>
              <a:cxnLst/>
              <a:rect l="l" t="t" r="r" b="b"/>
              <a:pathLst>
                <a:path w="3569462" h="3370072">
                  <a:moveTo>
                    <a:pt x="0" y="561721"/>
                  </a:moveTo>
                  <a:cubicBezTo>
                    <a:pt x="0" y="251460"/>
                    <a:pt x="251460" y="0"/>
                    <a:pt x="561721" y="0"/>
                  </a:cubicBezTo>
                  <a:lnTo>
                    <a:pt x="3007741" y="0"/>
                  </a:lnTo>
                  <a:cubicBezTo>
                    <a:pt x="3318002" y="0"/>
                    <a:pt x="3569462" y="251460"/>
                    <a:pt x="3569462" y="561721"/>
                  </a:cubicBezTo>
                  <a:lnTo>
                    <a:pt x="3569462" y="2808351"/>
                  </a:lnTo>
                  <a:cubicBezTo>
                    <a:pt x="3569462" y="3118612"/>
                    <a:pt x="3318002" y="3370072"/>
                    <a:pt x="3007741" y="3370072"/>
                  </a:cubicBezTo>
                  <a:lnTo>
                    <a:pt x="561721" y="3370072"/>
                  </a:lnTo>
                  <a:cubicBezTo>
                    <a:pt x="251460" y="3370072"/>
                    <a:pt x="0" y="3118612"/>
                    <a:pt x="0" y="280835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20359" y="3147182"/>
            <a:ext cx="4548012" cy="1733212"/>
            <a:chOff x="0" y="0"/>
            <a:chExt cx="6064016" cy="23109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63996" cy="2311019"/>
            </a:xfrm>
            <a:custGeom>
              <a:avLst/>
              <a:gdLst/>
              <a:ahLst/>
              <a:cxnLst/>
              <a:rect l="l" t="t" r="r" b="b"/>
              <a:pathLst>
                <a:path w="6063996" h="2311019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5678805" y="0"/>
                  </a:lnTo>
                  <a:cubicBezTo>
                    <a:pt x="5891530" y="0"/>
                    <a:pt x="6063996" y="172466"/>
                    <a:pt x="6063996" y="385191"/>
                  </a:cubicBezTo>
                  <a:lnTo>
                    <a:pt x="6063996" y="1925828"/>
                  </a:lnTo>
                  <a:cubicBezTo>
                    <a:pt x="6063996" y="2138553"/>
                    <a:pt x="5891530" y="2311019"/>
                    <a:pt x="5678805" y="2311019"/>
                  </a:cubicBezTo>
                  <a:lnTo>
                    <a:pt x="385191" y="2311019"/>
                  </a:lnTo>
                  <a:cubicBezTo>
                    <a:pt x="172466" y="2310892"/>
                    <a:pt x="0" y="2138553"/>
                    <a:pt x="0" y="1925828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 rot="2627273">
            <a:off x="10593526" y="3538945"/>
            <a:ext cx="949687" cy="949688"/>
            <a:chOff x="0" y="0"/>
            <a:chExt cx="1266250" cy="1266250"/>
          </a:xfrm>
          <a:solidFill>
            <a:srgbClr val="005BAB"/>
          </a:solidFill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6190" cy="1266317"/>
            </a:xfrm>
            <a:custGeom>
              <a:avLst/>
              <a:gdLst/>
              <a:ahLst/>
              <a:cxnLst/>
              <a:rect l="l" t="t" r="r" b="b"/>
              <a:pathLst>
                <a:path w="1266190" h="1266317">
                  <a:moveTo>
                    <a:pt x="0" y="211074"/>
                  </a:moveTo>
                  <a:cubicBezTo>
                    <a:pt x="0" y="94488"/>
                    <a:pt x="94488" y="0"/>
                    <a:pt x="211074" y="0"/>
                  </a:cubicBezTo>
                  <a:lnTo>
                    <a:pt x="1055243" y="0"/>
                  </a:lnTo>
                  <a:cubicBezTo>
                    <a:pt x="1171702" y="0"/>
                    <a:pt x="1266190" y="94488"/>
                    <a:pt x="1266190" y="211074"/>
                  </a:cubicBezTo>
                  <a:lnTo>
                    <a:pt x="1266190" y="1055243"/>
                  </a:lnTo>
                  <a:cubicBezTo>
                    <a:pt x="1266190" y="1171829"/>
                    <a:pt x="1171702" y="1266317"/>
                    <a:pt x="1055116" y="1266317"/>
                  </a:cubicBezTo>
                  <a:lnTo>
                    <a:pt x="211074" y="1266317"/>
                  </a:lnTo>
                  <a:cubicBezTo>
                    <a:pt x="94488" y="1266190"/>
                    <a:pt x="0" y="1171702"/>
                    <a:pt x="0" y="105524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035025" y="2750029"/>
            <a:ext cx="2676995" cy="2527520"/>
            <a:chOff x="0" y="0"/>
            <a:chExt cx="3569326" cy="3370026"/>
          </a:xfrm>
          <a:solidFill>
            <a:srgbClr val="005BAB"/>
          </a:solidFill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69462" cy="3370072"/>
            </a:xfrm>
            <a:custGeom>
              <a:avLst/>
              <a:gdLst/>
              <a:ahLst/>
              <a:cxnLst/>
              <a:rect l="l" t="t" r="r" b="b"/>
              <a:pathLst>
                <a:path w="3569462" h="3370072">
                  <a:moveTo>
                    <a:pt x="0" y="561721"/>
                  </a:moveTo>
                  <a:cubicBezTo>
                    <a:pt x="0" y="251460"/>
                    <a:pt x="251460" y="0"/>
                    <a:pt x="561721" y="0"/>
                  </a:cubicBezTo>
                  <a:lnTo>
                    <a:pt x="3007741" y="0"/>
                  </a:lnTo>
                  <a:cubicBezTo>
                    <a:pt x="3318002" y="0"/>
                    <a:pt x="3569462" y="251460"/>
                    <a:pt x="3569462" y="561721"/>
                  </a:cubicBezTo>
                  <a:lnTo>
                    <a:pt x="3569462" y="2808351"/>
                  </a:lnTo>
                  <a:cubicBezTo>
                    <a:pt x="3569462" y="3118612"/>
                    <a:pt x="3318002" y="3370072"/>
                    <a:pt x="3007741" y="3370072"/>
                  </a:cubicBezTo>
                  <a:lnTo>
                    <a:pt x="561721" y="3370072"/>
                  </a:lnTo>
                  <a:cubicBezTo>
                    <a:pt x="251460" y="3370072"/>
                    <a:pt x="0" y="3118612"/>
                    <a:pt x="0" y="280835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81754" y="3147182"/>
            <a:ext cx="4548012" cy="1733212"/>
            <a:chOff x="0" y="0"/>
            <a:chExt cx="6064016" cy="23109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63996" cy="2311019"/>
            </a:xfrm>
            <a:custGeom>
              <a:avLst/>
              <a:gdLst/>
              <a:ahLst/>
              <a:cxnLst/>
              <a:rect l="l" t="t" r="r" b="b"/>
              <a:pathLst>
                <a:path w="6063996" h="2311019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5678805" y="0"/>
                  </a:lnTo>
                  <a:cubicBezTo>
                    <a:pt x="5891530" y="0"/>
                    <a:pt x="6063996" y="172466"/>
                    <a:pt x="6063996" y="385191"/>
                  </a:cubicBezTo>
                  <a:lnTo>
                    <a:pt x="6063996" y="1925828"/>
                  </a:lnTo>
                  <a:cubicBezTo>
                    <a:pt x="6063996" y="2138553"/>
                    <a:pt x="5891530" y="2311019"/>
                    <a:pt x="5678805" y="2311019"/>
                  </a:cubicBezTo>
                  <a:lnTo>
                    <a:pt x="385191" y="2311019"/>
                  </a:lnTo>
                  <a:cubicBezTo>
                    <a:pt x="172466" y="2310892"/>
                    <a:pt x="0" y="2138553"/>
                    <a:pt x="0" y="1925828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 rot="2627273">
            <a:off x="16354922" y="3538945"/>
            <a:ext cx="949688" cy="949688"/>
            <a:chOff x="0" y="0"/>
            <a:chExt cx="1266250" cy="1266250"/>
          </a:xfrm>
          <a:solidFill>
            <a:srgbClr val="005BAB"/>
          </a:solidFill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66190" cy="1266317"/>
            </a:xfrm>
            <a:custGeom>
              <a:avLst/>
              <a:gdLst/>
              <a:ahLst/>
              <a:cxnLst/>
              <a:rect l="l" t="t" r="r" b="b"/>
              <a:pathLst>
                <a:path w="1266190" h="1266317">
                  <a:moveTo>
                    <a:pt x="0" y="211074"/>
                  </a:moveTo>
                  <a:cubicBezTo>
                    <a:pt x="0" y="94488"/>
                    <a:pt x="94488" y="0"/>
                    <a:pt x="211074" y="0"/>
                  </a:cubicBezTo>
                  <a:lnTo>
                    <a:pt x="1055243" y="0"/>
                  </a:lnTo>
                  <a:cubicBezTo>
                    <a:pt x="1171702" y="0"/>
                    <a:pt x="1266190" y="94488"/>
                    <a:pt x="1266190" y="211074"/>
                  </a:cubicBezTo>
                  <a:lnTo>
                    <a:pt x="1266190" y="1055243"/>
                  </a:lnTo>
                  <a:cubicBezTo>
                    <a:pt x="1266190" y="1171829"/>
                    <a:pt x="1171702" y="1266317"/>
                    <a:pt x="1055116" y="1266317"/>
                  </a:cubicBezTo>
                  <a:lnTo>
                    <a:pt x="211074" y="1266317"/>
                  </a:lnTo>
                  <a:cubicBezTo>
                    <a:pt x="94488" y="1266190"/>
                    <a:pt x="0" y="1171702"/>
                    <a:pt x="0" y="105524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41413" y="5921263"/>
            <a:ext cx="2676995" cy="2527520"/>
            <a:chOff x="0" y="0"/>
            <a:chExt cx="3569326" cy="3370026"/>
          </a:xfrm>
          <a:solidFill>
            <a:srgbClr val="005BAB"/>
          </a:solidFill>
        </p:grpSpPr>
        <p:sp>
          <p:nvSpPr>
            <p:cNvPr id="25" name="Freeform 25"/>
            <p:cNvSpPr/>
            <p:nvPr/>
          </p:nvSpPr>
          <p:spPr>
            <a:xfrm>
              <a:off x="0" y="0"/>
              <a:ext cx="3569462" cy="3370072"/>
            </a:xfrm>
            <a:custGeom>
              <a:avLst/>
              <a:gdLst/>
              <a:ahLst/>
              <a:cxnLst/>
              <a:rect l="l" t="t" r="r" b="b"/>
              <a:pathLst>
                <a:path w="3569462" h="3370072">
                  <a:moveTo>
                    <a:pt x="0" y="561721"/>
                  </a:moveTo>
                  <a:cubicBezTo>
                    <a:pt x="0" y="251460"/>
                    <a:pt x="251460" y="0"/>
                    <a:pt x="561721" y="0"/>
                  </a:cubicBezTo>
                  <a:lnTo>
                    <a:pt x="3007741" y="0"/>
                  </a:lnTo>
                  <a:cubicBezTo>
                    <a:pt x="3318002" y="0"/>
                    <a:pt x="3569462" y="251460"/>
                    <a:pt x="3569462" y="561721"/>
                  </a:cubicBezTo>
                  <a:lnTo>
                    <a:pt x="3569462" y="2808351"/>
                  </a:lnTo>
                  <a:cubicBezTo>
                    <a:pt x="3569462" y="3118612"/>
                    <a:pt x="3318002" y="3370072"/>
                    <a:pt x="3007741" y="3370072"/>
                  </a:cubicBezTo>
                  <a:lnTo>
                    <a:pt x="561721" y="3370072"/>
                  </a:lnTo>
                  <a:cubicBezTo>
                    <a:pt x="251460" y="3370072"/>
                    <a:pt x="0" y="3118612"/>
                    <a:pt x="0" y="280835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88142" y="6318416"/>
            <a:ext cx="4548012" cy="1733212"/>
            <a:chOff x="0" y="0"/>
            <a:chExt cx="6064016" cy="23109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063996" cy="2311019"/>
            </a:xfrm>
            <a:custGeom>
              <a:avLst/>
              <a:gdLst/>
              <a:ahLst/>
              <a:cxnLst/>
              <a:rect l="l" t="t" r="r" b="b"/>
              <a:pathLst>
                <a:path w="6063996" h="2311019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5678805" y="0"/>
                  </a:lnTo>
                  <a:cubicBezTo>
                    <a:pt x="5891530" y="0"/>
                    <a:pt x="6063996" y="172466"/>
                    <a:pt x="6063996" y="385191"/>
                  </a:cubicBezTo>
                  <a:lnTo>
                    <a:pt x="6063996" y="1925828"/>
                  </a:lnTo>
                  <a:cubicBezTo>
                    <a:pt x="6063996" y="2138553"/>
                    <a:pt x="5891530" y="2311019"/>
                    <a:pt x="5678805" y="2311019"/>
                  </a:cubicBezTo>
                  <a:lnTo>
                    <a:pt x="385191" y="2311019"/>
                  </a:lnTo>
                  <a:cubicBezTo>
                    <a:pt x="172466" y="2310892"/>
                    <a:pt x="0" y="2138553"/>
                    <a:pt x="0" y="1925828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 rot="2627273">
            <a:off x="10561310" y="6710179"/>
            <a:ext cx="949688" cy="949688"/>
            <a:chOff x="0" y="0"/>
            <a:chExt cx="1266250" cy="1266250"/>
          </a:xfrm>
          <a:solidFill>
            <a:srgbClr val="005BAB"/>
          </a:solidFill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66190" cy="1266317"/>
            </a:xfrm>
            <a:custGeom>
              <a:avLst/>
              <a:gdLst/>
              <a:ahLst/>
              <a:cxnLst/>
              <a:rect l="l" t="t" r="r" b="b"/>
              <a:pathLst>
                <a:path w="1266190" h="1266317">
                  <a:moveTo>
                    <a:pt x="0" y="211074"/>
                  </a:moveTo>
                  <a:cubicBezTo>
                    <a:pt x="0" y="94488"/>
                    <a:pt x="94488" y="0"/>
                    <a:pt x="211074" y="0"/>
                  </a:cubicBezTo>
                  <a:lnTo>
                    <a:pt x="1055243" y="0"/>
                  </a:lnTo>
                  <a:cubicBezTo>
                    <a:pt x="1171702" y="0"/>
                    <a:pt x="1266190" y="94488"/>
                    <a:pt x="1266190" y="211074"/>
                  </a:cubicBezTo>
                  <a:lnTo>
                    <a:pt x="1266190" y="1055243"/>
                  </a:lnTo>
                  <a:cubicBezTo>
                    <a:pt x="1266190" y="1171829"/>
                    <a:pt x="1171702" y="1266317"/>
                    <a:pt x="1055116" y="1266317"/>
                  </a:cubicBezTo>
                  <a:lnTo>
                    <a:pt x="211074" y="1266317"/>
                  </a:lnTo>
                  <a:cubicBezTo>
                    <a:pt x="94488" y="1266190"/>
                    <a:pt x="0" y="1171702"/>
                    <a:pt x="0" y="105524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035025" y="5921263"/>
            <a:ext cx="2676995" cy="2527520"/>
            <a:chOff x="0" y="0"/>
            <a:chExt cx="3569326" cy="3370026"/>
          </a:xfrm>
          <a:solidFill>
            <a:srgbClr val="005BAB"/>
          </a:solidFill>
        </p:grpSpPr>
        <p:sp>
          <p:nvSpPr>
            <p:cNvPr id="31" name="Freeform 31"/>
            <p:cNvSpPr/>
            <p:nvPr/>
          </p:nvSpPr>
          <p:spPr>
            <a:xfrm>
              <a:off x="0" y="0"/>
              <a:ext cx="3569462" cy="3370072"/>
            </a:xfrm>
            <a:custGeom>
              <a:avLst/>
              <a:gdLst/>
              <a:ahLst/>
              <a:cxnLst/>
              <a:rect l="l" t="t" r="r" b="b"/>
              <a:pathLst>
                <a:path w="3569462" h="3370072">
                  <a:moveTo>
                    <a:pt x="0" y="561721"/>
                  </a:moveTo>
                  <a:cubicBezTo>
                    <a:pt x="0" y="251460"/>
                    <a:pt x="251460" y="0"/>
                    <a:pt x="561721" y="0"/>
                  </a:cubicBezTo>
                  <a:lnTo>
                    <a:pt x="3007741" y="0"/>
                  </a:lnTo>
                  <a:cubicBezTo>
                    <a:pt x="3318002" y="0"/>
                    <a:pt x="3569462" y="251460"/>
                    <a:pt x="3569462" y="561721"/>
                  </a:cubicBezTo>
                  <a:lnTo>
                    <a:pt x="3569462" y="2808351"/>
                  </a:lnTo>
                  <a:cubicBezTo>
                    <a:pt x="3569462" y="3118612"/>
                    <a:pt x="3318002" y="3370072"/>
                    <a:pt x="3007741" y="3370072"/>
                  </a:cubicBezTo>
                  <a:lnTo>
                    <a:pt x="561721" y="3370072"/>
                  </a:lnTo>
                  <a:cubicBezTo>
                    <a:pt x="251460" y="3370072"/>
                    <a:pt x="0" y="3118612"/>
                    <a:pt x="0" y="280835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281754" y="6318416"/>
            <a:ext cx="4548012" cy="1733212"/>
            <a:chOff x="0" y="0"/>
            <a:chExt cx="6064016" cy="23109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063996" cy="2311019"/>
            </a:xfrm>
            <a:custGeom>
              <a:avLst/>
              <a:gdLst/>
              <a:ahLst/>
              <a:cxnLst/>
              <a:rect l="l" t="t" r="r" b="b"/>
              <a:pathLst>
                <a:path w="6063996" h="2311019">
                  <a:moveTo>
                    <a:pt x="0" y="385191"/>
                  </a:moveTo>
                  <a:cubicBezTo>
                    <a:pt x="0" y="172466"/>
                    <a:pt x="172466" y="0"/>
                    <a:pt x="385191" y="0"/>
                  </a:cubicBezTo>
                  <a:lnTo>
                    <a:pt x="5678805" y="0"/>
                  </a:lnTo>
                  <a:cubicBezTo>
                    <a:pt x="5891530" y="0"/>
                    <a:pt x="6063996" y="172466"/>
                    <a:pt x="6063996" y="385191"/>
                  </a:cubicBezTo>
                  <a:lnTo>
                    <a:pt x="6063996" y="1925828"/>
                  </a:lnTo>
                  <a:cubicBezTo>
                    <a:pt x="6063996" y="2138553"/>
                    <a:pt x="5891530" y="2311019"/>
                    <a:pt x="5678805" y="2311019"/>
                  </a:cubicBezTo>
                  <a:lnTo>
                    <a:pt x="385191" y="2311019"/>
                  </a:lnTo>
                  <a:cubicBezTo>
                    <a:pt x="172466" y="2310892"/>
                    <a:pt x="0" y="2138553"/>
                    <a:pt x="0" y="1925828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 rot="2627273">
            <a:off x="16354922" y="6710179"/>
            <a:ext cx="949687" cy="949688"/>
            <a:chOff x="0" y="0"/>
            <a:chExt cx="1266250" cy="1266250"/>
          </a:xfrm>
          <a:solidFill>
            <a:srgbClr val="005BAB"/>
          </a:solidFill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66190" cy="1266317"/>
            </a:xfrm>
            <a:custGeom>
              <a:avLst/>
              <a:gdLst/>
              <a:ahLst/>
              <a:cxnLst/>
              <a:rect l="l" t="t" r="r" b="b"/>
              <a:pathLst>
                <a:path w="1266190" h="1266317">
                  <a:moveTo>
                    <a:pt x="0" y="211074"/>
                  </a:moveTo>
                  <a:cubicBezTo>
                    <a:pt x="0" y="94488"/>
                    <a:pt x="94488" y="0"/>
                    <a:pt x="211074" y="0"/>
                  </a:cubicBezTo>
                  <a:lnTo>
                    <a:pt x="1055243" y="0"/>
                  </a:lnTo>
                  <a:cubicBezTo>
                    <a:pt x="1171702" y="0"/>
                    <a:pt x="1266190" y="94488"/>
                    <a:pt x="1266190" y="211074"/>
                  </a:cubicBezTo>
                  <a:lnTo>
                    <a:pt x="1266190" y="1055243"/>
                  </a:lnTo>
                  <a:cubicBezTo>
                    <a:pt x="1266190" y="1171829"/>
                    <a:pt x="1171702" y="1266317"/>
                    <a:pt x="1055116" y="1266317"/>
                  </a:cubicBezTo>
                  <a:lnTo>
                    <a:pt x="211074" y="1266317"/>
                  </a:lnTo>
                  <a:cubicBezTo>
                    <a:pt x="94488" y="1266190"/>
                    <a:pt x="0" y="1171702"/>
                    <a:pt x="0" y="105524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5224" y="9188332"/>
            <a:ext cx="1094085" cy="392583"/>
            <a:chOff x="0" y="0"/>
            <a:chExt cx="1458780" cy="523444"/>
          </a:xfrm>
          <a:solidFill>
            <a:srgbClr val="005BAB"/>
          </a:solidFill>
        </p:grpSpPr>
        <p:grpSp>
          <p:nvGrpSpPr>
            <p:cNvPr id="37" name="Group 37"/>
            <p:cNvGrpSpPr/>
            <p:nvPr/>
          </p:nvGrpSpPr>
          <p:grpSpPr>
            <a:xfrm>
              <a:off x="1347250" y="0"/>
              <a:ext cx="111529" cy="111529"/>
              <a:chOff x="0" y="0"/>
              <a:chExt cx="76264" cy="76264"/>
            </a:xfrm>
            <a:grpFill/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077801" y="0"/>
              <a:ext cx="111529" cy="111529"/>
              <a:chOff x="0" y="0"/>
              <a:chExt cx="76264" cy="76264"/>
            </a:xfrm>
            <a:grpFill/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08353" y="0"/>
              <a:ext cx="111529" cy="111529"/>
              <a:chOff x="0" y="0"/>
              <a:chExt cx="76264" cy="76264"/>
            </a:xfrm>
            <a:grpFill/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69455" y="0"/>
              <a:ext cx="111529" cy="111529"/>
              <a:chOff x="0" y="0"/>
              <a:chExt cx="76264" cy="76264"/>
            </a:xfrm>
            <a:grpFill/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0"/>
              <a:ext cx="111529" cy="111529"/>
              <a:chOff x="0" y="0"/>
              <a:chExt cx="76264" cy="76264"/>
            </a:xfrm>
            <a:grpFill/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38904" y="0"/>
              <a:ext cx="111529" cy="111529"/>
              <a:chOff x="0" y="0"/>
              <a:chExt cx="76264" cy="76264"/>
            </a:xfrm>
            <a:grpFill/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347250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077801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808353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69455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0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538904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1347250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1077801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808353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269455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0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538904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3" name="TextBox 73"/>
          <p:cNvSpPr txBox="1"/>
          <p:nvPr/>
        </p:nvSpPr>
        <p:spPr>
          <a:xfrm>
            <a:off x="1392369" y="4521538"/>
            <a:ext cx="3742681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dirty="0" err="1">
                <a:solidFill>
                  <a:srgbClr val="005BAB"/>
                </a:solidFill>
                <a:ea typeface="字由点字典黑 65J" panose="00020600040101010101" charset="-122"/>
              </a:rPr>
              <a:t>目录</a:t>
            </a:r>
            <a:endParaRPr lang="en-US" sz="90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10542010" y="3694701"/>
            <a:ext cx="105271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011261" y="3695700"/>
            <a:ext cx="323165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zh-CN" altLang="en-US" sz="4200" dirty="0">
                <a:solidFill>
                  <a:srgbClr val="005BAB"/>
                </a:solidFill>
                <a:ea typeface="字由点字典黑 65J" panose="00020600040101010101" charset="-122"/>
              </a:rPr>
              <a:t>项目背景</a:t>
            </a:r>
            <a:endParaRPr lang="en-US" sz="42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6303406" y="3694701"/>
            <a:ext cx="105272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772656" y="3695700"/>
            <a:ext cx="323165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zh-CN" altLang="en-US" sz="4200" dirty="0">
                <a:solidFill>
                  <a:srgbClr val="005BAB"/>
                </a:solidFill>
                <a:ea typeface="字由点字典黑 65J" panose="00020600040101010101" charset="-122"/>
              </a:rPr>
              <a:t>问题定义</a:t>
            </a:r>
            <a:endParaRPr lang="en-US" sz="42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10509794" y="6865935"/>
            <a:ext cx="105271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979044" y="6866934"/>
            <a:ext cx="3231654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zh-CN" altLang="en-US" sz="4200" dirty="0">
                <a:solidFill>
                  <a:srgbClr val="005BAB"/>
                </a:solidFill>
                <a:ea typeface="字由点字典黑 65J" panose="00020600040101010101" charset="-122"/>
              </a:rPr>
              <a:t>解决方案</a:t>
            </a:r>
            <a:endParaRPr lang="en-US" sz="42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16303406" y="6865935"/>
            <a:ext cx="105272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2772656" y="6866934"/>
            <a:ext cx="3231654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zh-CN" altLang="en-US" sz="4200" dirty="0">
                <a:solidFill>
                  <a:srgbClr val="005BAB"/>
                </a:solidFill>
                <a:ea typeface="字由点字典黑 65J" panose="00020600040101010101" charset="-122"/>
              </a:rPr>
              <a:t>初步结果</a:t>
            </a:r>
            <a:endParaRPr lang="en-US" sz="42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C9CB9A58-1EEA-2006-38B1-1FB9A94F3FBF}"/>
              </a:ext>
            </a:extLst>
          </p:cNvPr>
          <p:cNvGrpSpPr/>
          <p:nvPr/>
        </p:nvGrpSpPr>
        <p:grpSpPr>
          <a:xfrm>
            <a:off x="16714290" y="0"/>
            <a:ext cx="1573711" cy="1138224"/>
            <a:chOff x="0" y="0"/>
            <a:chExt cx="2098282" cy="1517632"/>
          </a:xfrm>
          <a:solidFill>
            <a:srgbClr val="005BAB">
              <a:alpha val="27000"/>
            </a:srgbClr>
          </a:solidFill>
        </p:grpSpPr>
        <p:sp>
          <p:nvSpPr>
            <p:cNvPr id="87" name="Freeform 17">
              <a:extLst>
                <a:ext uri="{FF2B5EF4-FFF2-40B4-BE49-F238E27FC236}">
                  <a16:creationId xmlns:a16="http://schemas.microsoft.com/office/drawing/2014/main" id="{60ED28A8-AEDE-BBA7-74B8-E0D795BF6083}"/>
                </a:ext>
              </a:extLst>
            </p:cNvPr>
            <p:cNvSpPr/>
            <p:nvPr/>
          </p:nvSpPr>
          <p:spPr>
            <a:xfrm>
              <a:off x="0" y="0"/>
              <a:ext cx="2098294" cy="1517650"/>
            </a:xfrm>
            <a:custGeom>
              <a:avLst/>
              <a:gdLst/>
              <a:ahLst/>
              <a:cxnLst/>
              <a:rect l="l" t="t" r="r" b="b"/>
              <a:pathLst>
                <a:path w="2098294" h="1517650">
                  <a:moveTo>
                    <a:pt x="0" y="0"/>
                  </a:moveTo>
                  <a:lnTo>
                    <a:pt x="2098294" y="0"/>
                  </a:lnTo>
                  <a:lnTo>
                    <a:pt x="2098294" y="1401445"/>
                  </a:lnTo>
                  <a:lnTo>
                    <a:pt x="1823466" y="1486789"/>
                  </a:lnTo>
                  <a:cubicBezTo>
                    <a:pt x="1724660" y="1506982"/>
                    <a:pt x="1622425" y="1517650"/>
                    <a:pt x="1517650" y="1517650"/>
                  </a:cubicBezTo>
                  <a:cubicBezTo>
                    <a:pt x="679450" y="1517650"/>
                    <a:pt x="0" y="838200"/>
                    <a:pt x="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1" name="图片 90">
            <a:extLst>
              <a:ext uri="{FF2B5EF4-FFF2-40B4-BE49-F238E27FC236}">
                <a16:creationId xmlns:a16="http://schemas.microsoft.com/office/drawing/2014/main" id="{E08D4E91-A965-4FD2-79A2-FCB187BE2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97317"/>
            <a:ext cx="4329828" cy="9156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9DF370C-D775-4265-9273-038284185F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-2201" r="10829" b="-3056"/>
          <a:stretch/>
        </p:blipFill>
        <p:spPr>
          <a:xfrm>
            <a:off x="-2" y="1587504"/>
            <a:ext cx="18288003" cy="740409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7EA3250-3B30-F9AE-B8B5-AEF5397F3B30}"/>
              </a:ext>
            </a:extLst>
          </p:cNvPr>
          <p:cNvSpPr/>
          <p:nvPr/>
        </p:nvSpPr>
        <p:spPr>
          <a:xfrm>
            <a:off x="2" y="1"/>
            <a:ext cx="18287999" cy="1013937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                                                          </a:t>
            </a:r>
          </a:p>
        </p:txBody>
      </p:sp>
      <p:sp>
        <p:nvSpPr>
          <p:cNvPr id="23" name="矩形 22"/>
          <p:cNvSpPr/>
          <p:nvPr/>
        </p:nvSpPr>
        <p:spPr>
          <a:xfrm>
            <a:off x="-2" y="3604994"/>
            <a:ext cx="18288000" cy="356809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                                                          </a:t>
            </a:r>
          </a:p>
        </p:txBody>
      </p:sp>
      <p:sp>
        <p:nvSpPr>
          <p:cNvPr id="6" name="平行四边形 5"/>
          <p:cNvSpPr/>
          <p:nvPr/>
        </p:nvSpPr>
        <p:spPr>
          <a:xfrm>
            <a:off x="7484876" y="6827784"/>
            <a:ext cx="11136236" cy="345306"/>
          </a:xfrm>
          <a:prstGeom prst="parallelogram">
            <a:avLst>
              <a:gd name="adj" fmla="val 98111"/>
            </a:avLst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2700">
              <a:solidFill>
                <a:srgbClr val="1066A5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320413" y="3604992"/>
            <a:ext cx="10162910" cy="349863"/>
          </a:xfrm>
          <a:prstGeom prst="parallelogram">
            <a:avLst>
              <a:gd name="adj" fmla="val 98111"/>
            </a:avLst>
          </a:prstGeom>
          <a:solidFill>
            <a:srgbClr val="2059A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2700"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8" name="文本框 27"/>
          <p:cNvSpPr txBox="1"/>
          <p:nvPr/>
        </p:nvSpPr>
        <p:spPr>
          <a:xfrm>
            <a:off x="6400800" y="4360482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0800" b="1" dirty="0">
                <a:solidFill>
                  <a:srgbClr val="1066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509AAE-59F7-7700-0C69-227D42739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21" y="406184"/>
            <a:ext cx="5661981" cy="9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3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99647" y="8838890"/>
            <a:ext cx="2859044" cy="1448110"/>
            <a:chOff x="0" y="0"/>
            <a:chExt cx="7299770" cy="3697344"/>
          </a:xfrm>
          <a:solidFill>
            <a:srgbClr val="005BAB">
              <a:alpha val="32000"/>
            </a:srgb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7299833" cy="3697351"/>
            </a:xfrm>
            <a:custGeom>
              <a:avLst/>
              <a:gdLst/>
              <a:ahLst/>
              <a:cxnLst/>
              <a:rect l="l" t="t" r="r" b="b"/>
              <a:pathLst>
                <a:path w="7299833" h="3697351">
                  <a:moveTo>
                    <a:pt x="3649853" y="0"/>
                  </a:moveTo>
                  <a:cubicBezTo>
                    <a:pt x="5665597" y="0"/>
                    <a:pt x="7299833" y="1634109"/>
                    <a:pt x="7299833" y="3649853"/>
                  </a:cubicBezTo>
                  <a:lnTo>
                    <a:pt x="7297420" y="3697351"/>
                  </a:lnTo>
                  <a:lnTo>
                    <a:pt x="2413" y="3697351"/>
                  </a:lnTo>
                  <a:lnTo>
                    <a:pt x="0" y="3649853"/>
                  </a:lnTo>
                  <a:cubicBezTo>
                    <a:pt x="0" y="1634109"/>
                    <a:pt x="1634109" y="0"/>
                    <a:pt x="364985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60982" y="8898718"/>
            <a:ext cx="1094085" cy="392583"/>
            <a:chOff x="0" y="0"/>
            <a:chExt cx="1458780" cy="523444"/>
          </a:xfrm>
          <a:solidFill>
            <a:srgbClr val="005BAB"/>
          </a:solidFill>
        </p:grpSpPr>
        <p:grpSp>
          <p:nvGrpSpPr>
            <p:cNvPr id="8" name="Group 8"/>
            <p:cNvGrpSpPr/>
            <p:nvPr/>
          </p:nvGrpSpPr>
          <p:grpSpPr>
            <a:xfrm>
              <a:off x="1347250" y="0"/>
              <a:ext cx="111529" cy="111529"/>
              <a:chOff x="0" y="0"/>
              <a:chExt cx="76264" cy="76264"/>
            </a:xfrm>
            <a:grpFill/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77801" y="0"/>
              <a:ext cx="111529" cy="111529"/>
              <a:chOff x="0" y="0"/>
              <a:chExt cx="76264" cy="76264"/>
            </a:xfrm>
            <a:grpFill/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08353" y="0"/>
              <a:ext cx="111529" cy="111529"/>
              <a:chOff x="0" y="0"/>
              <a:chExt cx="76264" cy="76264"/>
            </a:xfrm>
            <a:grpFill/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69455" y="0"/>
              <a:ext cx="111529" cy="111529"/>
              <a:chOff x="0" y="0"/>
              <a:chExt cx="76264" cy="76264"/>
            </a:xfrm>
            <a:grpFill/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11529" cy="111529"/>
              <a:chOff x="0" y="0"/>
              <a:chExt cx="76264" cy="76264"/>
            </a:xfrm>
            <a:grpFill/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8904" y="0"/>
              <a:ext cx="111529" cy="111529"/>
              <a:chOff x="0" y="0"/>
              <a:chExt cx="76264" cy="76264"/>
            </a:xfrm>
            <a:grpFill/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347250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77801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08353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69455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8904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47250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77801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8353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69455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38904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0" y="1074284"/>
            <a:ext cx="17782224" cy="8138432"/>
            <a:chOff x="0" y="0"/>
            <a:chExt cx="23709632" cy="10851242"/>
          </a:xfrm>
        </p:grpSpPr>
        <p:sp>
          <p:nvSpPr>
            <p:cNvPr id="45" name="Freeform 45"/>
            <p:cNvSpPr/>
            <p:nvPr/>
          </p:nvSpPr>
          <p:spPr>
            <a:xfrm>
              <a:off x="3175" y="3175"/>
              <a:ext cx="23703279" cy="10844911"/>
            </a:xfrm>
            <a:custGeom>
              <a:avLst/>
              <a:gdLst/>
              <a:ahLst/>
              <a:cxnLst/>
              <a:rect l="l" t="t" r="r" b="b"/>
              <a:pathLst>
                <a:path w="23703279" h="10844911">
                  <a:moveTo>
                    <a:pt x="0" y="0"/>
                  </a:moveTo>
                  <a:lnTo>
                    <a:pt x="18280887" y="0"/>
                  </a:lnTo>
                  <a:cubicBezTo>
                    <a:pt x="21275675" y="0"/>
                    <a:pt x="23703279" y="2427732"/>
                    <a:pt x="23703279" y="5422392"/>
                  </a:cubicBezTo>
                  <a:lnTo>
                    <a:pt x="23703279" y="5422392"/>
                  </a:lnTo>
                  <a:cubicBezTo>
                    <a:pt x="23703279" y="8417179"/>
                    <a:pt x="21275548" y="10844784"/>
                    <a:pt x="18280887" y="10844784"/>
                  </a:cubicBezTo>
                  <a:lnTo>
                    <a:pt x="0" y="108449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23709629" cy="10851261"/>
            </a:xfrm>
            <a:custGeom>
              <a:avLst/>
              <a:gdLst/>
              <a:ahLst/>
              <a:cxnLst/>
              <a:rect l="l" t="t" r="r" b="b"/>
              <a:pathLst>
                <a:path w="23709629" h="10851261">
                  <a:moveTo>
                    <a:pt x="3175" y="0"/>
                  </a:moveTo>
                  <a:lnTo>
                    <a:pt x="18284062" y="0"/>
                  </a:lnTo>
                  <a:lnTo>
                    <a:pt x="18284062" y="3175"/>
                  </a:lnTo>
                  <a:lnTo>
                    <a:pt x="18284062" y="0"/>
                  </a:lnTo>
                  <a:cubicBezTo>
                    <a:pt x="21280501" y="0"/>
                    <a:pt x="23709629" y="2429129"/>
                    <a:pt x="23709629" y="5425567"/>
                  </a:cubicBezTo>
                  <a:cubicBezTo>
                    <a:pt x="23709629" y="5427345"/>
                    <a:pt x="23708232" y="5428742"/>
                    <a:pt x="23706454" y="5428742"/>
                  </a:cubicBezTo>
                  <a:lnTo>
                    <a:pt x="23706454" y="5428742"/>
                  </a:lnTo>
                  <a:lnTo>
                    <a:pt x="23706454" y="5425567"/>
                  </a:lnTo>
                  <a:lnTo>
                    <a:pt x="23709629" y="5425567"/>
                  </a:lnTo>
                  <a:cubicBezTo>
                    <a:pt x="23709629" y="8422005"/>
                    <a:pt x="21280500" y="10851134"/>
                    <a:pt x="18284062" y="10851134"/>
                  </a:cubicBezTo>
                  <a:lnTo>
                    <a:pt x="18284062" y="10851134"/>
                  </a:lnTo>
                  <a:lnTo>
                    <a:pt x="3175" y="10851261"/>
                  </a:lnTo>
                  <a:cubicBezTo>
                    <a:pt x="1397" y="10851261"/>
                    <a:pt x="0" y="10849864"/>
                    <a:pt x="0" y="10848086"/>
                  </a:cubicBezTo>
                  <a:lnTo>
                    <a:pt x="0" y="3175"/>
                  </a:lnTo>
                  <a:cubicBezTo>
                    <a:pt x="0" y="1397"/>
                    <a:pt x="1397" y="0"/>
                    <a:pt x="3175" y="0"/>
                  </a:cubicBezTo>
                  <a:moveTo>
                    <a:pt x="3175" y="6350"/>
                  </a:moveTo>
                  <a:lnTo>
                    <a:pt x="3175" y="3175"/>
                  </a:lnTo>
                  <a:lnTo>
                    <a:pt x="6350" y="3175"/>
                  </a:lnTo>
                  <a:lnTo>
                    <a:pt x="6350" y="10848086"/>
                  </a:lnTo>
                  <a:lnTo>
                    <a:pt x="3175" y="10848086"/>
                  </a:lnTo>
                  <a:lnTo>
                    <a:pt x="3175" y="10844911"/>
                  </a:lnTo>
                  <a:lnTo>
                    <a:pt x="18284062" y="10844911"/>
                  </a:lnTo>
                  <a:lnTo>
                    <a:pt x="18284062" y="10848086"/>
                  </a:lnTo>
                  <a:lnTo>
                    <a:pt x="18284062" y="10844911"/>
                  </a:lnTo>
                  <a:cubicBezTo>
                    <a:pt x="21277072" y="10844911"/>
                    <a:pt x="23703279" y="8418576"/>
                    <a:pt x="23703279" y="5425694"/>
                  </a:cubicBezTo>
                  <a:cubicBezTo>
                    <a:pt x="23703279" y="5423916"/>
                    <a:pt x="23704676" y="5422519"/>
                    <a:pt x="23706454" y="5422519"/>
                  </a:cubicBezTo>
                  <a:lnTo>
                    <a:pt x="23706454" y="5422519"/>
                  </a:lnTo>
                  <a:lnTo>
                    <a:pt x="23706454" y="5425694"/>
                  </a:lnTo>
                  <a:lnTo>
                    <a:pt x="23703279" y="5425694"/>
                  </a:lnTo>
                  <a:cubicBezTo>
                    <a:pt x="23703280" y="2432685"/>
                    <a:pt x="21276945" y="6350"/>
                    <a:pt x="18284062" y="6350"/>
                  </a:cubicBezTo>
                  <a:lnTo>
                    <a:pt x="3175" y="6350"/>
                  </a:lnTo>
                  <a:close/>
                </a:path>
              </a:pathLst>
            </a:custGeom>
            <a:solidFill>
              <a:srgbClr val="0058E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869163" y="2825510"/>
            <a:ext cx="4110133" cy="3387297"/>
            <a:chOff x="0" y="0"/>
            <a:chExt cx="5480172" cy="3132578"/>
          </a:xfrm>
          <a:solidFill>
            <a:srgbClr val="005BAB"/>
          </a:solidFill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80177" cy="3132582"/>
            </a:xfrm>
            <a:custGeom>
              <a:avLst/>
              <a:gdLst/>
              <a:ahLst/>
              <a:cxnLst/>
              <a:rect l="l" t="t" r="r" b="b"/>
              <a:pathLst>
                <a:path w="5480177" h="3132582">
                  <a:moveTo>
                    <a:pt x="0" y="522097"/>
                  </a:moveTo>
                  <a:cubicBezTo>
                    <a:pt x="0" y="233807"/>
                    <a:pt x="233807" y="0"/>
                    <a:pt x="522097" y="0"/>
                  </a:cubicBezTo>
                  <a:lnTo>
                    <a:pt x="4958080" y="0"/>
                  </a:lnTo>
                  <a:cubicBezTo>
                    <a:pt x="5246370" y="0"/>
                    <a:pt x="5480177" y="233807"/>
                    <a:pt x="5480177" y="522097"/>
                  </a:cubicBezTo>
                  <a:lnTo>
                    <a:pt x="5480177" y="2610485"/>
                  </a:lnTo>
                  <a:cubicBezTo>
                    <a:pt x="5480177" y="2898775"/>
                    <a:pt x="5246370" y="3132582"/>
                    <a:pt x="4958080" y="3132582"/>
                  </a:cubicBezTo>
                  <a:lnTo>
                    <a:pt x="522097" y="3132582"/>
                  </a:lnTo>
                  <a:cubicBezTo>
                    <a:pt x="233807" y="3132582"/>
                    <a:pt x="0" y="2898775"/>
                    <a:pt x="0" y="261048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115892" y="3029086"/>
            <a:ext cx="11049350" cy="2871292"/>
            <a:chOff x="0" y="0"/>
            <a:chExt cx="14732452" cy="176618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4732508" cy="1766189"/>
            </a:xfrm>
            <a:custGeom>
              <a:avLst/>
              <a:gdLst/>
              <a:ahLst/>
              <a:cxnLst/>
              <a:rect l="l" t="t" r="r" b="b"/>
              <a:pathLst>
                <a:path w="14732508" h="1766189">
                  <a:moveTo>
                    <a:pt x="0" y="294386"/>
                  </a:moveTo>
                  <a:cubicBezTo>
                    <a:pt x="0" y="131826"/>
                    <a:pt x="131826" y="0"/>
                    <a:pt x="294386" y="0"/>
                  </a:cubicBezTo>
                  <a:lnTo>
                    <a:pt x="14438122" y="0"/>
                  </a:lnTo>
                  <a:cubicBezTo>
                    <a:pt x="14600682" y="0"/>
                    <a:pt x="14732508" y="131826"/>
                    <a:pt x="14732508" y="294386"/>
                  </a:cubicBezTo>
                  <a:lnTo>
                    <a:pt x="14732508" y="1471803"/>
                  </a:lnTo>
                  <a:cubicBezTo>
                    <a:pt x="14732508" y="1634363"/>
                    <a:pt x="14600682" y="1766189"/>
                    <a:pt x="14438122" y="1766189"/>
                  </a:cubicBezTo>
                  <a:lnTo>
                    <a:pt x="294386" y="1766189"/>
                  </a:lnTo>
                  <a:cubicBezTo>
                    <a:pt x="131826" y="1766189"/>
                    <a:pt x="0" y="1634363"/>
                    <a:pt x="0" y="1471803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2468949" y="3062841"/>
            <a:ext cx="9957779" cy="271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随着航天技术的快速发展，现代航天器的功能日益复杂，电子设备数量显著增加，导致系统布线规模急剧扩大。传统的航天器布线设计主要依赖人工经验，存在重量大、空间利用率低问题，不仅影响航天器的性能与可靠性，还增加了发射成本和设计周期，亟需通过智能优化手段提升布线设计的科学性与经济性。  </a:t>
            </a:r>
          </a:p>
        </p:txBody>
      </p:sp>
      <p:grpSp>
        <p:nvGrpSpPr>
          <p:cNvPr id="53" name="Group 53"/>
          <p:cNvGrpSpPr/>
          <p:nvPr/>
        </p:nvGrpSpPr>
        <p:grpSpPr>
          <a:xfrm rot="2627273">
            <a:off x="14011015" y="3995065"/>
            <a:ext cx="689131" cy="689131"/>
            <a:chOff x="0" y="0"/>
            <a:chExt cx="918842" cy="918842"/>
          </a:xfrm>
          <a:solidFill>
            <a:srgbClr val="005BAB"/>
          </a:solidFill>
        </p:grpSpPr>
        <p:sp>
          <p:nvSpPr>
            <p:cNvPr id="54" name="Freeform 54"/>
            <p:cNvSpPr/>
            <p:nvPr/>
          </p:nvSpPr>
          <p:spPr>
            <a:xfrm>
              <a:off x="0" y="0"/>
              <a:ext cx="918845" cy="918845"/>
            </a:xfrm>
            <a:custGeom>
              <a:avLst/>
              <a:gdLst/>
              <a:ahLst/>
              <a:cxnLst/>
              <a:rect l="l" t="t" r="r" b="b"/>
              <a:pathLst>
                <a:path w="918845" h="918845">
                  <a:moveTo>
                    <a:pt x="0" y="153162"/>
                  </a:moveTo>
                  <a:cubicBezTo>
                    <a:pt x="0" y="68580"/>
                    <a:pt x="68580" y="0"/>
                    <a:pt x="153162" y="0"/>
                  </a:cubicBezTo>
                  <a:lnTo>
                    <a:pt x="765683" y="0"/>
                  </a:lnTo>
                  <a:cubicBezTo>
                    <a:pt x="850265" y="0"/>
                    <a:pt x="918845" y="68580"/>
                    <a:pt x="918845" y="153162"/>
                  </a:cubicBezTo>
                  <a:lnTo>
                    <a:pt x="918845" y="765683"/>
                  </a:lnTo>
                  <a:cubicBezTo>
                    <a:pt x="918845" y="850265"/>
                    <a:pt x="850265" y="918845"/>
                    <a:pt x="765683" y="918845"/>
                  </a:cubicBezTo>
                  <a:lnTo>
                    <a:pt x="153162" y="918845"/>
                  </a:lnTo>
                  <a:cubicBezTo>
                    <a:pt x="68580" y="918845"/>
                    <a:pt x="0" y="850265"/>
                    <a:pt x="0" y="76568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3924631" y="4127917"/>
            <a:ext cx="86189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10972800" y="6411168"/>
            <a:ext cx="4110129" cy="2349434"/>
            <a:chOff x="0" y="0"/>
            <a:chExt cx="5480172" cy="3132578"/>
          </a:xfrm>
          <a:solidFill>
            <a:srgbClr val="005BAB"/>
          </a:solidFill>
        </p:grpSpPr>
        <p:sp>
          <p:nvSpPr>
            <p:cNvPr id="57" name="Freeform 57"/>
            <p:cNvSpPr/>
            <p:nvPr/>
          </p:nvSpPr>
          <p:spPr>
            <a:xfrm>
              <a:off x="0" y="0"/>
              <a:ext cx="5480177" cy="3132582"/>
            </a:xfrm>
            <a:custGeom>
              <a:avLst/>
              <a:gdLst/>
              <a:ahLst/>
              <a:cxnLst/>
              <a:rect l="l" t="t" r="r" b="b"/>
              <a:pathLst>
                <a:path w="5480177" h="3132582">
                  <a:moveTo>
                    <a:pt x="5480177" y="522097"/>
                  </a:moveTo>
                  <a:cubicBezTo>
                    <a:pt x="5480177" y="233807"/>
                    <a:pt x="5246370" y="0"/>
                    <a:pt x="4958080" y="0"/>
                  </a:cubicBezTo>
                  <a:lnTo>
                    <a:pt x="522097" y="0"/>
                  </a:lnTo>
                  <a:cubicBezTo>
                    <a:pt x="233807" y="0"/>
                    <a:pt x="0" y="233807"/>
                    <a:pt x="0" y="522097"/>
                  </a:cubicBezTo>
                  <a:lnTo>
                    <a:pt x="0" y="2610485"/>
                  </a:lnTo>
                  <a:cubicBezTo>
                    <a:pt x="0" y="2898775"/>
                    <a:pt x="233807" y="3132582"/>
                    <a:pt x="522097" y="3132582"/>
                  </a:cubicBezTo>
                  <a:lnTo>
                    <a:pt x="4958080" y="3132582"/>
                  </a:lnTo>
                  <a:cubicBezTo>
                    <a:pt x="5246370" y="3132582"/>
                    <a:pt x="5480177" y="2898775"/>
                    <a:pt x="5480177" y="261048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3786861" y="6614741"/>
            <a:ext cx="11049339" cy="1991533"/>
            <a:chOff x="0" y="0"/>
            <a:chExt cx="14732452" cy="176618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732508" cy="1766189"/>
            </a:xfrm>
            <a:custGeom>
              <a:avLst/>
              <a:gdLst/>
              <a:ahLst/>
              <a:cxnLst/>
              <a:rect l="l" t="t" r="r" b="b"/>
              <a:pathLst>
                <a:path w="14732508" h="1766189">
                  <a:moveTo>
                    <a:pt x="14732508" y="294386"/>
                  </a:moveTo>
                  <a:cubicBezTo>
                    <a:pt x="14732508" y="131826"/>
                    <a:pt x="14600682" y="0"/>
                    <a:pt x="14438122" y="0"/>
                  </a:cubicBezTo>
                  <a:lnTo>
                    <a:pt x="294386" y="0"/>
                  </a:lnTo>
                  <a:cubicBezTo>
                    <a:pt x="131826" y="0"/>
                    <a:pt x="0" y="131826"/>
                    <a:pt x="0" y="294386"/>
                  </a:cubicBezTo>
                  <a:lnTo>
                    <a:pt x="0" y="1471803"/>
                  </a:lnTo>
                  <a:cubicBezTo>
                    <a:pt x="0" y="1634363"/>
                    <a:pt x="131826" y="1766189"/>
                    <a:pt x="294386" y="1766189"/>
                  </a:cubicBezTo>
                  <a:lnTo>
                    <a:pt x="14438122" y="1766189"/>
                  </a:lnTo>
                  <a:cubicBezTo>
                    <a:pt x="14600682" y="1766189"/>
                    <a:pt x="14732508" y="1634363"/>
                    <a:pt x="14732508" y="1471803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4031247" y="6784000"/>
            <a:ext cx="10560608" cy="1603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本项目旨在结合使用</a:t>
            </a:r>
            <a:r>
              <a:rPr lang="zh-CN" altLang="en-US" sz="2400" dirty="0">
                <a:solidFill>
                  <a:srgbClr val="3B424B"/>
                </a:solidFill>
                <a:highlight>
                  <a:srgbClr val="FFFF00"/>
                </a:highlight>
                <a:ea typeface="字由点字典黑 45J" panose="00020600040101010101" charset="-122"/>
              </a:rPr>
              <a:t>规划求解算法</a:t>
            </a: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、</a:t>
            </a:r>
            <a:r>
              <a:rPr lang="zh-CN" altLang="en-US" sz="2400" dirty="0">
                <a:solidFill>
                  <a:srgbClr val="3B424B"/>
                </a:solidFill>
                <a:highlight>
                  <a:srgbClr val="FFFF00"/>
                </a:highlight>
                <a:ea typeface="字由点字典黑 45J" panose="00020600040101010101" charset="-122"/>
              </a:rPr>
              <a:t>机器学习</a:t>
            </a: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等技术，为复杂航天器系统的布线设计提供自动化、高性能的最优解决方案，助力我国航天装备向轻量化、高集成化方向发展。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</p:txBody>
      </p:sp>
      <p:grpSp>
        <p:nvGrpSpPr>
          <p:cNvPr id="62" name="Group 62"/>
          <p:cNvGrpSpPr/>
          <p:nvPr/>
        </p:nvGrpSpPr>
        <p:grpSpPr>
          <a:xfrm rot="-2627273">
            <a:off x="2431514" y="7199756"/>
            <a:ext cx="689132" cy="689132"/>
            <a:chOff x="0" y="0"/>
            <a:chExt cx="918842" cy="918842"/>
          </a:xfrm>
          <a:solidFill>
            <a:srgbClr val="005BAB"/>
          </a:solidFill>
        </p:grpSpPr>
        <p:sp>
          <p:nvSpPr>
            <p:cNvPr id="63" name="Freeform 63"/>
            <p:cNvSpPr/>
            <p:nvPr/>
          </p:nvSpPr>
          <p:spPr>
            <a:xfrm>
              <a:off x="0" y="0"/>
              <a:ext cx="918845" cy="918845"/>
            </a:xfrm>
            <a:custGeom>
              <a:avLst/>
              <a:gdLst/>
              <a:ahLst/>
              <a:cxnLst/>
              <a:rect l="l" t="t" r="r" b="b"/>
              <a:pathLst>
                <a:path w="918845" h="918845">
                  <a:moveTo>
                    <a:pt x="918845" y="153162"/>
                  </a:moveTo>
                  <a:cubicBezTo>
                    <a:pt x="918845" y="68580"/>
                    <a:pt x="850265" y="0"/>
                    <a:pt x="765683" y="0"/>
                  </a:cubicBezTo>
                  <a:lnTo>
                    <a:pt x="153162" y="0"/>
                  </a:lnTo>
                  <a:cubicBezTo>
                    <a:pt x="68580" y="0"/>
                    <a:pt x="0" y="68580"/>
                    <a:pt x="0" y="153162"/>
                  </a:cubicBezTo>
                  <a:lnTo>
                    <a:pt x="0" y="765683"/>
                  </a:lnTo>
                  <a:cubicBezTo>
                    <a:pt x="0" y="850265"/>
                    <a:pt x="68580" y="918845"/>
                    <a:pt x="153162" y="918845"/>
                  </a:cubicBezTo>
                  <a:lnTo>
                    <a:pt x="765683" y="918845"/>
                  </a:lnTo>
                  <a:cubicBezTo>
                    <a:pt x="850265" y="918845"/>
                    <a:pt x="918845" y="850265"/>
                    <a:pt x="918845" y="76568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2338924" y="7306196"/>
            <a:ext cx="87431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65" name="AutoShape 65"/>
          <p:cNvSpPr/>
          <p:nvPr/>
        </p:nvSpPr>
        <p:spPr>
          <a:xfrm>
            <a:off x="1028700" y="2373551"/>
            <a:ext cx="4439157" cy="0"/>
          </a:xfrm>
          <a:prstGeom prst="line">
            <a:avLst/>
          </a:prstGeom>
          <a:ln w="28575" cap="rnd">
            <a:solidFill>
              <a:srgbClr val="0058E0"/>
            </a:solidFill>
            <a:prstDash val="solid"/>
            <a:headEnd type="oval" w="lg" len="lg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930910" y="1544955"/>
            <a:ext cx="4537075" cy="845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zh-CN" altLang="en-US" sz="5500" dirty="0">
                <a:solidFill>
                  <a:srgbClr val="005BAB"/>
                </a:solidFill>
                <a:ea typeface="字由点字典黑 65J" panose="00020600040101010101" charset="-122"/>
              </a:rPr>
              <a:t>项目背景</a:t>
            </a:r>
            <a:endParaRPr lang="en-US" sz="55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367D8FD9-53AC-2532-AA21-B7FEF63E30C8}"/>
              </a:ext>
            </a:extLst>
          </p:cNvPr>
          <p:cNvGrpSpPr/>
          <p:nvPr/>
        </p:nvGrpSpPr>
        <p:grpSpPr>
          <a:xfrm>
            <a:off x="16714290" y="0"/>
            <a:ext cx="1573711" cy="1138224"/>
            <a:chOff x="0" y="0"/>
            <a:chExt cx="2098282" cy="1517632"/>
          </a:xfrm>
          <a:solidFill>
            <a:srgbClr val="005BAB">
              <a:alpha val="27000"/>
            </a:srgbClr>
          </a:solidFill>
        </p:grpSpPr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F64D04F5-7CAE-9A56-0EA4-098E0ECE225F}"/>
                </a:ext>
              </a:extLst>
            </p:cNvPr>
            <p:cNvSpPr/>
            <p:nvPr/>
          </p:nvSpPr>
          <p:spPr>
            <a:xfrm>
              <a:off x="0" y="0"/>
              <a:ext cx="2098294" cy="1517650"/>
            </a:xfrm>
            <a:custGeom>
              <a:avLst/>
              <a:gdLst/>
              <a:ahLst/>
              <a:cxnLst/>
              <a:rect l="l" t="t" r="r" b="b"/>
              <a:pathLst>
                <a:path w="2098294" h="1517650">
                  <a:moveTo>
                    <a:pt x="0" y="0"/>
                  </a:moveTo>
                  <a:lnTo>
                    <a:pt x="2098294" y="0"/>
                  </a:lnTo>
                  <a:lnTo>
                    <a:pt x="2098294" y="1401445"/>
                  </a:lnTo>
                  <a:lnTo>
                    <a:pt x="1823466" y="1486789"/>
                  </a:lnTo>
                  <a:cubicBezTo>
                    <a:pt x="1724660" y="1506982"/>
                    <a:pt x="1622425" y="1517650"/>
                    <a:pt x="1517650" y="1517650"/>
                  </a:cubicBezTo>
                  <a:cubicBezTo>
                    <a:pt x="679450" y="1517650"/>
                    <a:pt x="0" y="838200"/>
                    <a:pt x="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9" name="图片 68">
            <a:extLst>
              <a:ext uri="{FF2B5EF4-FFF2-40B4-BE49-F238E27FC236}">
                <a16:creationId xmlns:a16="http://schemas.microsoft.com/office/drawing/2014/main" id="{EDB9DFEC-1B17-31B9-735D-47C9CE5D8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2" y="198549"/>
            <a:ext cx="3202966" cy="677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9DF370C-D775-4265-9273-038284185F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-2201" r="10829" b="-3056"/>
          <a:stretch/>
        </p:blipFill>
        <p:spPr>
          <a:xfrm>
            <a:off x="-2" y="1587504"/>
            <a:ext cx="18288003" cy="740409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7EA3250-3B30-F9AE-B8B5-AEF5397F3B30}"/>
              </a:ext>
            </a:extLst>
          </p:cNvPr>
          <p:cNvSpPr/>
          <p:nvPr/>
        </p:nvSpPr>
        <p:spPr>
          <a:xfrm>
            <a:off x="2" y="1"/>
            <a:ext cx="18287999" cy="1013937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                                                          </a:t>
            </a:r>
          </a:p>
        </p:txBody>
      </p:sp>
      <p:sp>
        <p:nvSpPr>
          <p:cNvPr id="23" name="矩形 22"/>
          <p:cNvSpPr/>
          <p:nvPr/>
        </p:nvSpPr>
        <p:spPr>
          <a:xfrm>
            <a:off x="-2" y="3604994"/>
            <a:ext cx="18288000" cy="356809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                                                          </a:t>
            </a:r>
          </a:p>
        </p:txBody>
      </p:sp>
      <p:sp>
        <p:nvSpPr>
          <p:cNvPr id="6" name="平行四边形 5"/>
          <p:cNvSpPr/>
          <p:nvPr/>
        </p:nvSpPr>
        <p:spPr>
          <a:xfrm>
            <a:off x="7484876" y="6827784"/>
            <a:ext cx="11136236" cy="345306"/>
          </a:xfrm>
          <a:prstGeom prst="parallelogram">
            <a:avLst>
              <a:gd name="adj" fmla="val 98111"/>
            </a:avLst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2700">
              <a:solidFill>
                <a:srgbClr val="1066A5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320413" y="3604992"/>
            <a:ext cx="10162910" cy="349863"/>
          </a:xfrm>
          <a:prstGeom prst="parallelogram">
            <a:avLst>
              <a:gd name="adj" fmla="val 98111"/>
            </a:avLst>
          </a:prstGeom>
          <a:solidFill>
            <a:srgbClr val="2059A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2700"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8" name="文本框 27"/>
          <p:cNvSpPr txBox="1"/>
          <p:nvPr/>
        </p:nvSpPr>
        <p:spPr>
          <a:xfrm>
            <a:off x="6400800" y="4415626"/>
            <a:ext cx="57912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0800" b="1" dirty="0">
                <a:solidFill>
                  <a:srgbClr val="1066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509AAE-59F7-7700-0C69-227D42739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21" y="406184"/>
            <a:ext cx="5661981" cy="9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19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99647" y="8838890"/>
            <a:ext cx="2859044" cy="1448110"/>
            <a:chOff x="0" y="0"/>
            <a:chExt cx="7299770" cy="3697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99833" cy="3697351"/>
            </a:xfrm>
            <a:custGeom>
              <a:avLst/>
              <a:gdLst/>
              <a:ahLst/>
              <a:cxnLst/>
              <a:rect l="l" t="t" r="r" b="b"/>
              <a:pathLst>
                <a:path w="7299833" h="3697351">
                  <a:moveTo>
                    <a:pt x="3649853" y="0"/>
                  </a:moveTo>
                  <a:cubicBezTo>
                    <a:pt x="5665597" y="0"/>
                    <a:pt x="7299833" y="1634109"/>
                    <a:pt x="7299833" y="3649853"/>
                  </a:cubicBezTo>
                  <a:lnTo>
                    <a:pt x="7297420" y="3697351"/>
                  </a:lnTo>
                  <a:lnTo>
                    <a:pt x="2413" y="3697351"/>
                  </a:lnTo>
                  <a:lnTo>
                    <a:pt x="0" y="3649853"/>
                  </a:lnTo>
                  <a:cubicBezTo>
                    <a:pt x="0" y="1634109"/>
                    <a:pt x="1634109" y="0"/>
                    <a:pt x="3649853" y="0"/>
                  </a:cubicBezTo>
                  <a:close/>
                </a:path>
              </a:pathLst>
            </a:custGeom>
            <a:solidFill>
              <a:srgbClr val="0058E0">
                <a:alpha val="1764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60982" y="8898718"/>
            <a:ext cx="1094085" cy="392583"/>
            <a:chOff x="0" y="0"/>
            <a:chExt cx="1458780" cy="523444"/>
          </a:xfrm>
          <a:solidFill>
            <a:srgbClr val="005BAB"/>
          </a:solidFill>
        </p:grpSpPr>
        <p:grpSp>
          <p:nvGrpSpPr>
            <p:cNvPr id="8" name="Group 8"/>
            <p:cNvGrpSpPr/>
            <p:nvPr/>
          </p:nvGrpSpPr>
          <p:grpSpPr>
            <a:xfrm>
              <a:off x="1347250" y="0"/>
              <a:ext cx="111529" cy="111529"/>
              <a:chOff x="0" y="0"/>
              <a:chExt cx="76264" cy="76264"/>
            </a:xfrm>
            <a:grpFill/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77801" y="0"/>
              <a:ext cx="111529" cy="111529"/>
              <a:chOff x="0" y="0"/>
              <a:chExt cx="76264" cy="76264"/>
            </a:xfrm>
            <a:grpFill/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08353" y="0"/>
              <a:ext cx="111529" cy="111529"/>
              <a:chOff x="0" y="0"/>
              <a:chExt cx="76264" cy="76264"/>
            </a:xfrm>
            <a:grpFill/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69455" y="0"/>
              <a:ext cx="111529" cy="111529"/>
              <a:chOff x="0" y="0"/>
              <a:chExt cx="76264" cy="76264"/>
            </a:xfrm>
            <a:grpFill/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11529" cy="111529"/>
              <a:chOff x="0" y="0"/>
              <a:chExt cx="76264" cy="76264"/>
            </a:xfrm>
            <a:grpFill/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8904" y="0"/>
              <a:ext cx="111529" cy="111529"/>
              <a:chOff x="0" y="0"/>
              <a:chExt cx="76264" cy="76264"/>
            </a:xfrm>
            <a:grpFill/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347250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77801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08353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69455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8904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47250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77801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8353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69455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38904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0" y="1074284"/>
            <a:ext cx="17782224" cy="8138432"/>
            <a:chOff x="0" y="0"/>
            <a:chExt cx="23709632" cy="10851242"/>
          </a:xfrm>
        </p:grpSpPr>
        <p:sp>
          <p:nvSpPr>
            <p:cNvPr id="45" name="Freeform 45"/>
            <p:cNvSpPr/>
            <p:nvPr/>
          </p:nvSpPr>
          <p:spPr>
            <a:xfrm>
              <a:off x="3175" y="3175"/>
              <a:ext cx="23703279" cy="10844911"/>
            </a:xfrm>
            <a:custGeom>
              <a:avLst/>
              <a:gdLst/>
              <a:ahLst/>
              <a:cxnLst/>
              <a:rect l="l" t="t" r="r" b="b"/>
              <a:pathLst>
                <a:path w="23703279" h="10844911">
                  <a:moveTo>
                    <a:pt x="0" y="0"/>
                  </a:moveTo>
                  <a:lnTo>
                    <a:pt x="18280887" y="0"/>
                  </a:lnTo>
                  <a:cubicBezTo>
                    <a:pt x="21275675" y="0"/>
                    <a:pt x="23703279" y="2427732"/>
                    <a:pt x="23703279" y="5422392"/>
                  </a:cubicBezTo>
                  <a:lnTo>
                    <a:pt x="23703279" y="5422392"/>
                  </a:lnTo>
                  <a:cubicBezTo>
                    <a:pt x="23703279" y="8417179"/>
                    <a:pt x="21275548" y="10844784"/>
                    <a:pt x="18280887" y="10844784"/>
                  </a:cubicBezTo>
                  <a:lnTo>
                    <a:pt x="0" y="108449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23709629" cy="10851261"/>
            </a:xfrm>
            <a:custGeom>
              <a:avLst/>
              <a:gdLst/>
              <a:ahLst/>
              <a:cxnLst/>
              <a:rect l="l" t="t" r="r" b="b"/>
              <a:pathLst>
                <a:path w="23709629" h="10851261">
                  <a:moveTo>
                    <a:pt x="3175" y="0"/>
                  </a:moveTo>
                  <a:lnTo>
                    <a:pt x="18284062" y="0"/>
                  </a:lnTo>
                  <a:lnTo>
                    <a:pt x="18284062" y="3175"/>
                  </a:lnTo>
                  <a:lnTo>
                    <a:pt x="18284062" y="0"/>
                  </a:lnTo>
                  <a:cubicBezTo>
                    <a:pt x="21280501" y="0"/>
                    <a:pt x="23709629" y="2429129"/>
                    <a:pt x="23709629" y="5425567"/>
                  </a:cubicBezTo>
                  <a:cubicBezTo>
                    <a:pt x="23709629" y="5427345"/>
                    <a:pt x="23708232" y="5428742"/>
                    <a:pt x="23706454" y="5428742"/>
                  </a:cubicBezTo>
                  <a:lnTo>
                    <a:pt x="23706454" y="5428742"/>
                  </a:lnTo>
                  <a:lnTo>
                    <a:pt x="23706454" y="5425567"/>
                  </a:lnTo>
                  <a:lnTo>
                    <a:pt x="23709629" y="5425567"/>
                  </a:lnTo>
                  <a:cubicBezTo>
                    <a:pt x="23709629" y="8422005"/>
                    <a:pt x="21280500" y="10851134"/>
                    <a:pt x="18284062" y="10851134"/>
                  </a:cubicBezTo>
                  <a:lnTo>
                    <a:pt x="18284062" y="10851134"/>
                  </a:lnTo>
                  <a:lnTo>
                    <a:pt x="3175" y="10851261"/>
                  </a:lnTo>
                  <a:cubicBezTo>
                    <a:pt x="1397" y="10851261"/>
                    <a:pt x="0" y="10849864"/>
                    <a:pt x="0" y="10848086"/>
                  </a:cubicBezTo>
                  <a:lnTo>
                    <a:pt x="0" y="3175"/>
                  </a:lnTo>
                  <a:cubicBezTo>
                    <a:pt x="0" y="1397"/>
                    <a:pt x="1397" y="0"/>
                    <a:pt x="3175" y="0"/>
                  </a:cubicBezTo>
                  <a:moveTo>
                    <a:pt x="3175" y="6350"/>
                  </a:moveTo>
                  <a:lnTo>
                    <a:pt x="3175" y="3175"/>
                  </a:lnTo>
                  <a:lnTo>
                    <a:pt x="6350" y="3175"/>
                  </a:lnTo>
                  <a:lnTo>
                    <a:pt x="6350" y="10848086"/>
                  </a:lnTo>
                  <a:lnTo>
                    <a:pt x="3175" y="10848086"/>
                  </a:lnTo>
                  <a:lnTo>
                    <a:pt x="3175" y="10844911"/>
                  </a:lnTo>
                  <a:lnTo>
                    <a:pt x="18284062" y="10844911"/>
                  </a:lnTo>
                  <a:lnTo>
                    <a:pt x="18284062" y="10848086"/>
                  </a:lnTo>
                  <a:lnTo>
                    <a:pt x="18284062" y="10844911"/>
                  </a:lnTo>
                  <a:cubicBezTo>
                    <a:pt x="21277072" y="10844911"/>
                    <a:pt x="23703279" y="8418576"/>
                    <a:pt x="23703279" y="5425694"/>
                  </a:cubicBezTo>
                  <a:cubicBezTo>
                    <a:pt x="23703279" y="5423916"/>
                    <a:pt x="23704676" y="5422519"/>
                    <a:pt x="23706454" y="5422519"/>
                  </a:cubicBezTo>
                  <a:lnTo>
                    <a:pt x="23706454" y="5422519"/>
                  </a:lnTo>
                  <a:lnTo>
                    <a:pt x="23706454" y="5425694"/>
                  </a:lnTo>
                  <a:lnTo>
                    <a:pt x="23703279" y="5425694"/>
                  </a:lnTo>
                  <a:cubicBezTo>
                    <a:pt x="23703280" y="2432685"/>
                    <a:pt x="21276945" y="6350"/>
                    <a:pt x="18284062" y="6350"/>
                  </a:cubicBezTo>
                  <a:lnTo>
                    <a:pt x="3175" y="6350"/>
                  </a:lnTo>
                  <a:close/>
                </a:path>
              </a:pathLst>
            </a:custGeom>
            <a:solidFill>
              <a:srgbClr val="0058E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AutoShape 47"/>
          <p:cNvSpPr/>
          <p:nvPr/>
        </p:nvSpPr>
        <p:spPr>
          <a:xfrm flipV="1">
            <a:off x="1028699" y="2341811"/>
            <a:ext cx="6493356" cy="31740"/>
          </a:xfrm>
          <a:prstGeom prst="line">
            <a:avLst/>
          </a:prstGeom>
          <a:ln w="28575" cap="rnd">
            <a:solidFill>
              <a:srgbClr val="0058E0"/>
            </a:solidFill>
            <a:prstDash val="solid"/>
            <a:headEnd type="oval" w="lg" len="lg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638014" y="1440402"/>
            <a:ext cx="7323455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zh-CN" altLang="en-US" sz="5500" dirty="0">
                <a:solidFill>
                  <a:srgbClr val="005BAB"/>
                </a:solidFill>
                <a:ea typeface="字由点字典黑 65J" panose="00020600040101010101" charset="-122"/>
              </a:rPr>
              <a:t>问题定义</a:t>
            </a:r>
            <a:r>
              <a:rPr lang="en-US" altLang="zh-CN" sz="4400" dirty="0">
                <a:solidFill>
                  <a:srgbClr val="005BAB"/>
                </a:solidFill>
                <a:ea typeface="字由点字典黑 65J" panose="00020600040101010101" charset="-122"/>
              </a:rPr>
              <a:t>—</a:t>
            </a:r>
            <a:r>
              <a:rPr lang="zh-CN" altLang="en-US" sz="4400" dirty="0">
                <a:solidFill>
                  <a:srgbClr val="005BAB"/>
                </a:solidFill>
                <a:ea typeface="字由点字典黑 65J" panose="00020600040101010101" charset="-122"/>
              </a:rPr>
              <a:t>最优化问题</a:t>
            </a:r>
            <a:endParaRPr lang="en-US" sz="55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6172200" y="6970246"/>
            <a:ext cx="3318942" cy="1603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输入数据：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所有可用的接线位置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所有需要连接的设备</a:t>
            </a:r>
            <a:endParaRPr lang="en-US" sz="2400" dirty="0">
              <a:solidFill>
                <a:srgbClr val="3B424B"/>
              </a:solidFill>
              <a:ea typeface="字由点字典黑 45J" panose="00020600040101010101" charset="-122"/>
            </a:endParaRPr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E5D5C589-A98E-07B0-CFDD-21F46865571E}"/>
              </a:ext>
            </a:extLst>
          </p:cNvPr>
          <p:cNvGrpSpPr/>
          <p:nvPr/>
        </p:nvGrpSpPr>
        <p:grpSpPr>
          <a:xfrm>
            <a:off x="11294476" y="2859065"/>
            <a:ext cx="4324370" cy="1044602"/>
            <a:chOff x="6560426" y="2847723"/>
            <a:chExt cx="4324370" cy="1044602"/>
          </a:xfrm>
        </p:grpSpPr>
        <p:sp>
          <p:nvSpPr>
            <p:cNvPr id="55" name="Freeform 55"/>
            <p:cNvSpPr/>
            <p:nvPr/>
          </p:nvSpPr>
          <p:spPr>
            <a:xfrm>
              <a:off x="6560426" y="2847723"/>
              <a:ext cx="4324370" cy="903161"/>
            </a:xfrm>
            <a:custGeom>
              <a:avLst/>
              <a:gdLst/>
              <a:ahLst/>
              <a:cxnLst/>
              <a:rect l="l" t="t" r="r" b="b"/>
              <a:pathLst>
                <a:path w="5765827" h="1204214">
                  <a:moveTo>
                    <a:pt x="0" y="602107"/>
                  </a:moveTo>
                  <a:cubicBezTo>
                    <a:pt x="0" y="269621"/>
                    <a:pt x="288856" y="0"/>
                    <a:pt x="645062" y="0"/>
                  </a:cubicBezTo>
                  <a:lnTo>
                    <a:pt x="5120767" y="0"/>
                  </a:lnTo>
                  <a:cubicBezTo>
                    <a:pt x="5476973" y="0"/>
                    <a:pt x="5765827" y="269621"/>
                    <a:pt x="5765827" y="602107"/>
                  </a:cubicBezTo>
                  <a:cubicBezTo>
                    <a:pt x="5765827" y="934593"/>
                    <a:pt x="5476973" y="1204214"/>
                    <a:pt x="5120767" y="1204214"/>
                  </a:cubicBezTo>
                  <a:lnTo>
                    <a:pt x="645062" y="1204214"/>
                  </a:lnTo>
                  <a:cubicBezTo>
                    <a:pt x="288856" y="1204214"/>
                    <a:pt x="0" y="934593"/>
                    <a:pt x="0" y="602107"/>
                  </a:cubicBezTo>
                  <a:close/>
                </a:path>
              </a:pathLst>
            </a:custGeom>
            <a:solidFill>
              <a:srgbClr val="005BAB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7437B1B-061E-9E05-D180-770CA37BA738}"/>
                </a:ext>
              </a:extLst>
            </p:cNvPr>
            <p:cNvSpPr txBox="1"/>
            <p:nvPr/>
          </p:nvSpPr>
          <p:spPr>
            <a:xfrm>
              <a:off x="7692766" y="2968995"/>
              <a:ext cx="205968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rgbClr val="FFFFFF"/>
                  </a:solidFill>
                  <a:ea typeface="字由点字典黑 65J" panose="00020600040101010101" charset="-122"/>
                </a:rPr>
                <a:t>输出结果</a:t>
              </a:r>
              <a:endParaRPr lang="en-US" altLang="zh-CN" sz="3600" dirty="0">
                <a:solidFill>
                  <a:srgbClr val="FFFFFF"/>
                </a:solidFill>
                <a:ea typeface="字由点字典黑 65J" panose="00020600040101010101" charset="-122"/>
              </a:endParaRPr>
            </a:p>
            <a:p>
              <a:endParaRPr lang="zh-CN" altLang="en-US" dirty="0"/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060187E6-32AE-9474-D3A6-11477536217E}"/>
              </a:ext>
            </a:extLst>
          </p:cNvPr>
          <p:cNvGrpSpPr/>
          <p:nvPr/>
        </p:nvGrpSpPr>
        <p:grpSpPr>
          <a:xfrm>
            <a:off x="3197685" y="2859065"/>
            <a:ext cx="4324370" cy="903161"/>
            <a:chOff x="6560426" y="2847723"/>
            <a:chExt cx="4324370" cy="903161"/>
          </a:xfrm>
        </p:grpSpPr>
        <p:sp>
          <p:nvSpPr>
            <p:cNvPr id="72" name="Freeform 55">
              <a:extLst>
                <a:ext uri="{FF2B5EF4-FFF2-40B4-BE49-F238E27FC236}">
                  <a16:creationId xmlns:a16="http://schemas.microsoft.com/office/drawing/2014/main" id="{7507D1C5-028A-6CBA-4EE4-A7BA2A6851E3}"/>
                </a:ext>
              </a:extLst>
            </p:cNvPr>
            <p:cNvSpPr/>
            <p:nvPr/>
          </p:nvSpPr>
          <p:spPr>
            <a:xfrm>
              <a:off x="6560426" y="2847723"/>
              <a:ext cx="4324370" cy="903161"/>
            </a:xfrm>
            <a:custGeom>
              <a:avLst/>
              <a:gdLst/>
              <a:ahLst/>
              <a:cxnLst/>
              <a:rect l="l" t="t" r="r" b="b"/>
              <a:pathLst>
                <a:path w="5765827" h="1204214">
                  <a:moveTo>
                    <a:pt x="0" y="602107"/>
                  </a:moveTo>
                  <a:cubicBezTo>
                    <a:pt x="0" y="269621"/>
                    <a:pt x="288856" y="0"/>
                    <a:pt x="645062" y="0"/>
                  </a:cubicBezTo>
                  <a:lnTo>
                    <a:pt x="5120767" y="0"/>
                  </a:lnTo>
                  <a:cubicBezTo>
                    <a:pt x="5476973" y="0"/>
                    <a:pt x="5765827" y="269621"/>
                    <a:pt x="5765827" y="602107"/>
                  </a:cubicBezTo>
                  <a:cubicBezTo>
                    <a:pt x="5765827" y="934593"/>
                    <a:pt x="5476973" y="1204214"/>
                    <a:pt x="5120767" y="1204214"/>
                  </a:cubicBezTo>
                  <a:lnTo>
                    <a:pt x="645062" y="1204214"/>
                  </a:lnTo>
                  <a:cubicBezTo>
                    <a:pt x="288856" y="1204214"/>
                    <a:pt x="0" y="934593"/>
                    <a:pt x="0" y="602107"/>
                  </a:cubicBezTo>
                  <a:close/>
                </a:path>
              </a:pathLst>
            </a:custGeom>
            <a:solidFill>
              <a:srgbClr val="005BAB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D0933-1FB4-CF71-9C20-8CE42ADB88AA}"/>
                </a:ext>
              </a:extLst>
            </p:cNvPr>
            <p:cNvSpPr txBox="1"/>
            <p:nvPr/>
          </p:nvSpPr>
          <p:spPr>
            <a:xfrm>
              <a:off x="7729480" y="2966800"/>
              <a:ext cx="2971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>
                  <a:solidFill>
                    <a:srgbClr val="FFFFFF"/>
                  </a:solidFill>
                  <a:ea typeface="字由点字典黑 65J" panose="00020600040101010101" charset="-122"/>
                </a:rPr>
                <a:t>输入数据</a:t>
              </a:r>
              <a:endParaRPr lang="zh-CN" altLang="en-US" dirty="0"/>
            </a:p>
          </p:txBody>
        </p:sp>
      </p:grpSp>
      <p:grpSp>
        <p:nvGrpSpPr>
          <p:cNvPr id="77" name="Group 16">
            <a:extLst>
              <a:ext uri="{FF2B5EF4-FFF2-40B4-BE49-F238E27FC236}">
                <a16:creationId xmlns:a16="http://schemas.microsoft.com/office/drawing/2014/main" id="{9616C3D4-6B5C-1327-7F94-4EF3D9B754ED}"/>
              </a:ext>
            </a:extLst>
          </p:cNvPr>
          <p:cNvGrpSpPr/>
          <p:nvPr/>
        </p:nvGrpSpPr>
        <p:grpSpPr>
          <a:xfrm>
            <a:off x="16714290" y="0"/>
            <a:ext cx="1573711" cy="1138224"/>
            <a:chOff x="0" y="0"/>
            <a:chExt cx="2098282" cy="1517632"/>
          </a:xfrm>
          <a:solidFill>
            <a:srgbClr val="005BAB">
              <a:alpha val="27000"/>
            </a:srgbClr>
          </a:solidFill>
        </p:grpSpPr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1445E43F-ACE8-14AB-0C8F-9B7484A0B29C}"/>
                </a:ext>
              </a:extLst>
            </p:cNvPr>
            <p:cNvSpPr/>
            <p:nvPr/>
          </p:nvSpPr>
          <p:spPr>
            <a:xfrm>
              <a:off x="0" y="0"/>
              <a:ext cx="2098294" cy="1517650"/>
            </a:xfrm>
            <a:custGeom>
              <a:avLst/>
              <a:gdLst/>
              <a:ahLst/>
              <a:cxnLst/>
              <a:rect l="l" t="t" r="r" b="b"/>
              <a:pathLst>
                <a:path w="2098294" h="1517650">
                  <a:moveTo>
                    <a:pt x="0" y="0"/>
                  </a:moveTo>
                  <a:lnTo>
                    <a:pt x="2098294" y="0"/>
                  </a:lnTo>
                  <a:lnTo>
                    <a:pt x="2098294" y="1401445"/>
                  </a:lnTo>
                  <a:lnTo>
                    <a:pt x="1823466" y="1486789"/>
                  </a:lnTo>
                  <a:cubicBezTo>
                    <a:pt x="1724660" y="1506982"/>
                    <a:pt x="1622425" y="1517650"/>
                    <a:pt x="1517650" y="1517650"/>
                  </a:cubicBezTo>
                  <a:cubicBezTo>
                    <a:pt x="679450" y="1517650"/>
                    <a:pt x="0" y="838200"/>
                    <a:pt x="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9" name="图片 78">
            <a:extLst>
              <a:ext uri="{FF2B5EF4-FFF2-40B4-BE49-F238E27FC236}">
                <a16:creationId xmlns:a16="http://schemas.microsoft.com/office/drawing/2014/main" id="{EFA235BF-433D-4636-D997-AC043AE64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2" y="198549"/>
            <a:ext cx="3202966" cy="677378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43804B87-B051-4E99-9405-8AA5AEF81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93335"/>
            <a:ext cx="8686800" cy="1851385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F00F1C89-3C0A-4177-B181-46F815362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81" y="6317522"/>
            <a:ext cx="5068007" cy="2915057"/>
          </a:xfrm>
          <a:prstGeom prst="rect">
            <a:avLst/>
          </a:prstGeom>
        </p:spPr>
      </p:pic>
      <p:sp>
        <p:nvSpPr>
          <p:cNvPr id="80" name="TextBox 67">
            <a:extLst>
              <a:ext uri="{FF2B5EF4-FFF2-40B4-BE49-F238E27FC236}">
                <a16:creationId xmlns:a16="http://schemas.microsoft.com/office/drawing/2014/main" id="{CA153865-8A74-4D15-9A2C-ADE08283D3FE}"/>
              </a:ext>
            </a:extLst>
          </p:cNvPr>
          <p:cNvSpPr txBox="1"/>
          <p:nvPr/>
        </p:nvSpPr>
        <p:spPr>
          <a:xfrm>
            <a:off x="10379543" y="4012747"/>
            <a:ext cx="6123046" cy="4373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输出结果：一组接线位置构成的最优布线设计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布线设计需要满足以下要求：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所有需要连接的设备连通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不存在环路</a:t>
            </a:r>
            <a:endParaRPr lang="en-US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在此基础上，以布线设计的总重量为目标进行优化，选择</a:t>
            </a:r>
            <a:r>
              <a:rPr lang="zh-CN" altLang="en-US" sz="2400" dirty="0">
                <a:solidFill>
                  <a:srgbClr val="3B424B"/>
                </a:solidFill>
                <a:highlight>
                  <a:srgbClr val="FFFF00"/>
                </a:highlight>
                <a:ea typeface="字由点字典黑 45J" panose="00020600040101010101" charset="-122"/>
              </a:rPr>
              <a:t>总重量最低</a:t>
            </a: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的布线设计为最优布线设计</a:t>
            </a:r>
            <a:endParaRPr lang="en-US" sz="2400" dirty="0">
              <a:solidFill>
                <a:srgbClr val="3B424B"/>
              </a:solidFill>
              <a:ea typeface="字由点字典黑 45J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9DF370C-D775-4265-9273-038284185F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-2201" r="10829" b="-3056"/>
          <a:stretch/>
        </p:blipFill>
        <p:spPr>
          <a:xfrm>
            <a:off x="-2" y="1587504"/>
            <a:ext cx="18288003" cy="740409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7EA3250-3B30-F9AE-B8B5-AEF5397F3B30}"/>
              </a:ext>
            </a:extLst>
          </p:cNvPr>
          <p:cNvSpPr/>
          <p:nvPr/>
        </p:nvSpPr>
        <p:spPr>
          <a:xfrm>
            <a:off x="2" y="1"/>
            <a:ext cx="18287999" cy="1013937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                                                          </a:t>
            </a:r>
          </a:p>
        </p:txBody>
      </p:sp>
      <p:sp>
        <p:nvSpPr>
          <p:cNvPr id="23" name="矩形 22"/>
          <p:cNvSpPr/>
          <p:nvPr/>
        </p:nvSpPr>
        <p:spPr>
          <a:xfrm>
            <a:off x="-2" y="3604994"/>
            <a:ext cx="18288000" cy="356809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                                                          </a:t>
            </a:r>
          </a:p>
        </p:txBody>
      </p:sp>
      <p:sp>
        <p:nvSpPr>
          <p:cNvPr id="6" name="平行四边形 5"/>
          <p:cNvSpPr/>
          <p:nvPr/>
        </p:nvSpPr>
        <p:spPr>
          <a:xfrm>
            <a:off x="7484876" y="6827784"/>
            <a:ext cx="11136236" cy="345306"/>
          </a:xfrm>
          <a:prstGeom prst="parallelogram">
            <a:avLst>
              <a:gd name="adj" fmla="val 98111"/>
            </a:avLst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2700">
              <a:solidFill>
                <a:srgbClr val="1066A5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320413" y="3604992"/>
            <a:ext cx="10162910" cy="349863"/>
          </a:xfrm>
          <a:prstGeom prst="parallelogram">
            <a:avLst>
              <a:gd name="adj" fmla="val 98111"/>
            </a:avLst>
          </a:prstGeom>
          <a:solidFill>
            <a:srgbClr val="2059A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2700"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8" name="文本框 27"/>
          <p:cNvSpPr txBox="1"/>
          <p:nvPr/>
        </p:nvSpPr>
        <p:spPr>
          <a:xfrm>
            <a:off x="6400800" y="4415626"/>
            <a:ext cx="57912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0800" b="1" dirty="0">
                <a:solidFill>
                  <a:srgbClr val="1066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509AAE-59F7-7700-0C69-227D42739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21" y="406184"/>
            <a:ext cx="5661981" cy="9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78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99647" y="8838890"/>
            <a:ext cx="2859044" cy="1448110"/>
            <a:chOff x="0" y="0"/>
            <a:chExt cx="7299770" cy="3697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99833" cy="3697351"/>
            </a:xfrm>
            <a:custGeom>
              <a:avLst/>
              <a:gdLst/>
              <a:ahLst/>
              <a:cxnLst/>
              <a:rect l="l" t="t" r="r" b="b"/>
              <a:pathLst>
                <a:path w="7299833" h="3697351">
                  <a:moveTo>
                    <a:pt x="3649853" y="0"/>
                  </a:moveTo>
                  <a:cubicBezTo>
                    <a:pt x="5665597" y="0"/>
                    <a:pt x="7299833" y="1634109"/>
                    <a:pt x="7299833" y="3649853"/>
                  </a:cubicBezTo>
                  <a:lnTo>
                    <a:pt x="7297420" y="3697351"/>
                  </a:lnTo>
                  <a:lnTo>
                    <a:pt x="2413" y="3697351"/>
                  </a:lnTo>
                  <a:lnTo>
                    <a:pt x="0" y="3649853"/>
                  </a:lnTo>
                  <a:cubicBezTo>
                    <a:pt x="0" y="1634109"/>
                    <a:pt x="1634109" y="0"/>
                    <a:pt x="3649853" y="0"/>
                  </a:cubicBezTo>
                  <a:close/>
                </a:path>
              </a:pathLst>
            </a:custGeom>
            <a:solidFill>
              <a:srgbClr val="0058E0">
                <a:alpha val="1764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60982" y="8898718"/>
            <a:ext cx="1094085" cy="392583"/>
            <a:chOff x="0" y="0"/>
            <a:chExt cx="1458780" cy="523444"/>
          </a:xfrm>
          <a:solidFill>
            <a:srgbClr val="005BAB"/>
          </a:solidFill>
        </p:grpSpPr>
        <p:grpSp>
          <p:nvGrpSpPr>
            <p:cNvPr id="8" name="Group 8"/>
            <p:cNvGrpSpPr/>
            <p:nvPr/>
          </p:nvGrpSpPr>
          <p:grpSpPr>
            <a:xfrm>
              <a:off x="1347250" y="0"/>
              <a:ext cx="111529" cy="111529"/>
              <a:chOff x="0" y="0"/>
              <a:chExt cx="76264" cy="76264"/>
            </a:xfrm>
            <a:grpFill/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77801" y="0"/>
              <a:ext cx="111529" cy="111529"/>
              <a:chOff x="0" y="0"/>
              <a:chExt cx="76264" cy="76264"/>
            </a:xfrm>
            <a:grpFill/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08353" y="0"/>
              <a:ext cx="111529" cy="111529"/>
              <a:chOff x="0" y="0"/>
              <a:chExt cx="76264" cy="76264"/>
            </a:xfrm>
            <a:grpFill/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69455" y="0"/>
              <a:ext cx="111529" cy="111529"/>
              <a:chOff x="0" y="0"/>
              <a:chExt cx="76264" cy="76264"/>
            </a:xfrm>
            <a:grpFill/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11529" cy="111529"/>
              <a:chOff x="0" y="0"/>
              <a:chExt cx="76264" cy="76264"/>
            </a:xfrm>
            <a:grpFill/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8904" y="0"/>
              <a:ext cx="111529" cy="111529"/>
              <a:chOff x="0" y="0"/>
              <a:chExt cx="76264" cy="76264"/>
            </a:xfrm>
            <a:grpFill/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347250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77801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08353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69455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8904" y="205957"/>
              <a:ext cx="111529" cy="111529"/>
              <a:chOff x="0" y="0"/>
              <a:chExt cx="76264" cy="76264"/>
            </a:xfrm>
            <a:grpFill/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47250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77801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8353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69455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38904" y="411915"/>
              <a:ext cx="111529" cy="111529"/>
              <a:chOff x="0" y="0"/>
              <a:chExt cx="76264" cy="76264"/>
            </a:xfrm>
            <a:grpFill/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-225110" y="1082631"/>
            <a:ext cx="17782224" cy="8138432"/>
            <a:chOff x="0" y="0"/>
            <a:chExt cx="23709632" cy="10851242"/>
          </a:xfrm>
        </p:grpSpPr>
        <p:sp>
          <p:nvSpPr>
            <p:cNvPr id="45" name="Freeform 45"/>
            <p:cNvSpPr/>
            <p:nvPr/>
          </p:nvSpPr>
          <p:spPr>
            <a:xfrm>
              <a:off x="3175" y="3175"/>
              <a:ext cx="23703279" cy="10844911"/>
            </a:xfrm>
            <a:custGeom>
              <a:avLst/>
              <a:gdLst/>
              <a:ahLst/>
              <a:cxnLst/>
              <a:rect l="l" t="t" r="r" b="b"/>
              <a:pathLst>
                <a:path w="23703279" h="10844911">
                  <a:moveTo>
                    <a:pt x="0" y="0"/>
                  </a:moveTo>
                  <a:lnTo>
                    <a:pt x="18280887" y="0"/>
                  </a:lnTo>
                  <a:cubicBezTo>
                    <a:pt x="21275675" y="0"/>
                    <a:pt x="23703279" y="2427732"/>
                    <a:pt x="23703279" y="5422392"/>
                  </a:cubicBezTo>
                  <a:lnTo>
                    <a:pt x="23703279" y="5422392"/>
                  </a:lnTo>
                  <a:cubicBezTo>
                    <a:pt x="23703279" y="8417179"/>
                    <a:pt x="21275548" y="10844784"/>
                    <a:pt x="18280887" y="10844784"/>
                  </a:cubicBezTo>
                  <a:lnTo>
                    <a:pt x="0" y="108449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23709629" cy="10851261"/>
            </a:xfrm>
            <a:custGeom>
              <a:avLst/>
              <a:gdLst/>
              <a:ahLst/>
              <a:cxnLst/>
              <a:rect l="l" t="t" r="r" b="b"/>
              <a:pathLst>
                <a:path w="23709629" h="10851261">
                  <a:moveTo>
                    <a:pt x="3175" y="0"/>
                  </a:moveTo>
                  <a:lnTo>
                    <a:pt x="18284062" y="0"/>
                  </a:lnTo>
                  <a:lnTo>
                    <a:pt x="18284062" y="3175"/>
                  </a:lnTo>
                  <a:lnTo>
                    <a:pt x="18284062" y="0"/>
                  </a:lnTo>
                  <a:cubicBezTo>
                    <a:pt x="21280501" y="0"/>
                    <a:pt x="23709629" y="2429129"/>
                    <a:pt x="23709629" y="5425567"/>
                  </a:cubicBezTo>
                  <a:cubicBezTo>
                    <a:pt x="23709629" y="5427345"/>
                    <a:pt x="23708232" y="5428742"/>
                    <a:pt x="23706454" y="5428742"/>
                  </a:cubicBezTo>
                  <a:lnTo>
                    <a:pt x="23706454" y="5428742"/>
                  </a:lnTo>
                  <a:lnTo>
                    <a:pt x="23706454" y="5425567"/>
                  </a:lnTo>
                  <a:lnTo>
                    <a:pt x="23709629" y="5425567"/>
                  </a:lnTo>
                  <a:cubicBezTo>
                    <a:pt x="23709629" y="8422005"/>
                    <a:pt x="21280500" y="10851134"/>
                    <a:pt x="18284062" y="10851134"/>
                  </a:cubicBezTo>
                  <a:lnTo>
                    <a:pt x="18284062" y="10851134"/>
                  </a:lnTo>
                  <a:lnTo>
                    <a:pt x="3175" y="10851261"/>
                  </a:lnTo>
                  <a:cubicBezTo>
                    <a:pt x="1397" y="10851261"/>
                    <a:pt x="0" y="10849864"/>
                    <a:pt x="0" y="10848086"/>
                  </a:cubicBezTo>
                  <a:lnTo>
                    <a:pt x="0" y="3175"/>
                  </a:lnTo>
                  <a:cubicBezTo>
                    <a:pt x="0" y="1397"/>
                    <a:pt x="1397" y="0"/>
                    <a:pt x="3175" y="0"/>
                  </a:cubicBezTo>
                  <a:moveTo>
                    <a:pt x="3175" y="6350"/>
                  </a:moveTo>
                  <a:lnTo>
                    <a:pt x="3175" y="3175"/>
                  </a:lnTo>
                  <a:lnTo>
                    <a:pt x="6350" y="3175"/>
                  </a:lnTo>
                  <a:lnTo>
                    <a:pt x="6350" y="10848086"/>
                  </a:lnTo>
                  <a:lnTo>
                    <a:pt x="3175" y="10848086"/>
                  </a:lnTo>
                  <a:lnTo>
                    <a:pt x="3175" y="10844911"/>
                  </a:lnTo>
                  <a:lnTo>
                    <a:pt x="18284062" y="10844911"/>
                  </a:lnTo>
                  <a:lnTo>
                    <a:pt x="18284062" y="10848086"/>
                  </a:lnTo>
                  <a:lnTo>
                    <a:pt x="18284062" y="10844911"/>
                  </a:lnTo>
                  <a:cubicBezTo>
                    <a:pt x="21277072" y="10844911"/>
                    <a:pt x="23703279" y="8418576"/>
                    <a:pt x="23703279" y="5425694"/>
                  </a:cubicBezTo>
                  <a:cubicBezTo>
                    <a:pt x="23703279" y="5423916"/>
                    <a:pt x="23704676" y="5422519"/>
                    <a:pt x="23706454" y="5422519"/>
                  </a:cubicBezTo>
                  <a:lnTo>
                    <a:pt x="23706454" y="5422519"/>
                  </a:lnTo>
                  <a:lnTo>
                    <a:pt x="23706454" y="5425694"/>
                  </a:lnTo>
                  <a:lnTo>
                    <a:pt x="23703279" y="5425694"/>
                  </a:lnTo>
                  <a:cubicBezTo>
                    <a:pt x="23703280" y="2432685"/>
                    <a:pt x="21276945" y="6350"/>
                    <a:pt x="18284062" y="6350"/>
                  </a:cubicBezTo>
                  <a:lnTo>
                    <a:pt x="3175" y="6350"/>
                  </a:lnTo>
                  <a:close/>
                </a:path>
              </a:pathLst>
            </a:custGeom>
            <a:solidFill>
              <a:srgbClr val="0058E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AutoShape 47"/>
          <p:cNvSpPr/>
          <p:nvPr/>
        </p:nvSpPr>
        <p:spPr>
          <a:xfrm>
            <a:off x="1028700" y="2373551"/>
            <a:ext cx="4439157" cy="0"/>
          </a:xfrm>
          <a:prstGeom prst="line">
            <a:avLst/>
          </a:prstGeom>
          <a:ln w="28575" cap="rnd">
            <a:solidFill>
              <a:srgbClr val="0058E0"/>
            </a:solidFill>
            <a:prstDash val="solid"/>
            <a:headEnd type="oval" w="lg" len="lg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685800" y="1544876"/>
            <a:ext cx="4943147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zh-CN" altLang="en-US" sz="5500" dirty="0">
                <a:solidFill>
                  <a:srgbClr val="005BAB"/>
                </a:solidFill>
                <a:ea typeface="字由点字典黑 65J" panose="00020600040101010101" charset="-122"/>
              </a:rPr>
              <a:t>解决方案</a:t>
            </a:r>
            <a:endParaRPr lang="en-US" sz="55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grpSp>
        <p:nvGrpSpPr>
          <p:cNvPr id="49" name="Group 49"/>
          <p:cNvGrpSpPr/>
          <p:nvPr/>
        </p:nvGrpSpPr>
        <p:grpSpPr>
          <a:xfrm>
            <a:off x="1375315" y="3684734"/>
            <a:ext cx="4092542" cy="4307342"/>
            <a:chOff x="0" y="0"/>
            <a:chExt cx="5456722" cy="574312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456682" cy="5743067"/>
            </a:xfrm>
            <a:custGeom>
              <a:avLst/>
              <a:gdLst/>
              <a:ahLst/>
              <a:cxnLst/>
              <a:rect l="l" t="t" r="r" b="b"/>
              <a:pathLst>
                <a:path w="5456682" h="5743067">
                  <a:moveTo>
                    <a:pt x="0" y="909447"/>
                  </a:moveTo>
                  <a:cubicBezTo>
                    <a:pt x="0" y="407162"/>
                    <a:pt x="407162" y="0"/>
                    <a:pt x="909447" y="0"/>
                  </a:cubicBezTo>
                  <a:lnTo>
                    <a:pt x="4547235" y="0"/>
                  </a:lnTo>
                  <a:cubicBezTo>
                    <a:pt x="5049520" y="0"/>
                    <a:pt x="5456682" y="407162"/>
                    <a:pt x="5456682" y="909447"/>
                  </a:cubicBezTo>
                  <a:lnTo>
                    <a:pt x="5456682" y="4833620"/>
                  </a:lnTo>
                  <a:cubicBezTo>
                    <a:pt x="5456682" y="5335905"/>
                    <a:pt x="5049520" y="5743067"/>
                    <a:pt x="4547235" y="5743067"/>
                  </a:cubicBezTo>
                  <a:lnTo>
                    <a:pt x="909447" y="5743067"/>
                  </a:lnTo>
                  <a:cubicBezTo>
                    <a:pt x="407162" y="5743067"/>
                    <a:pt x="0" y="5335905"/>
                    <a:pt x="0" y="483362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1" name="Group 51"/>
          <p:cNvGrpSpPr/>
          <p:nvPr/>
        </p:nvGrpSpPr>
        <p:grpSpPr>
          <a:xfrm rot="2627273">
            <a:off x="2828780" y="3117534"/>
            <a:ext cx="1185612" cy="1185612"/>
            <a:chOff x="0" y="0"/>
            <a:chExt cx="1580816" cy="1580816"/>
          </a:xfrm>
          <a:solidFill>
            <a:srgbClr val="005BAB"/>
          </a:solidFill>
        </p:grpSpPr>
        <p:sp>
          <p:nvSpPr>
            <p:cNvPr id="52" name="Freeform 52"/>
            <p:cNvSpPr/>
            <p:nvPr/>
          </p:nvSpPr>
          <p:spPr>
            <a:xfrm>
              <a:off x="0" y="0"/>
              <a:ext cx="1580896" cy="1580896"/>
            </a:xfrm>
            <a:custGeom>
              <a:avLst/>
              <a:gdLst/>
              <a:ahLst/>
              <a:cxnLst/>
              <a:rect l="l" t="t" r="r" b="b"/>
              <a:pathLst>
                <a:path w="1580896" h="1580896">
                  <a:moveTo>
                    <a:pt x="0" y="263525"/>
                  </a:moveTo>
                  <a:cubicBezTo>
                    <a:pt x="0" y="117983"/>
                    <a:pt x="117983" y="0"/>
                    <a:pt x="263525" y="0"/>
                  </a:cubicBezTo>
                  <a:lnTo>
                    <a:pt x="1317371" y="0"/>
                  </a:lnTo>
                  <a:cubicBezTo>
                    <a:pt x="1462913" y="0"/>
                    <a:pt x="1580896" y="117983"/>
                    <a:pt x="1580896" y="263525"/>
                  </a:cubicBezTo>
                  <a:lnTo>
                    <a:pt x="1580896" y="1317371"/>
                  </a:lnTo>
                  <a:cubicBezTo>
                    <a:pt x="1580896" y="1462913"/>
                    <a:pt x="1462913" y="1580896"/>
                    <a:pt x="1317371" y="1580896"/>
                  </a:cubicBezTo>
                  <a:lnTo>
                    <a:pt x="263525" y="1580896"/>
                  </a:lnTo>
                  <a:cubicBezTo>
                    <a:pt x="117983" y="1580769"/>
                    <a:pt x="0" y="1462913"/>
                    <a:pt x="0" y="131737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2665345" y="3327005"/>
            <a:ext cx="1512481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070255" y="4674627"/>
            <a:ext cx="2769988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zh-CN" altLang="en-US" sz="3600" dirty="0">
                <a:solidFill>
                  <a:srgbClr val="005BAB"/>
                </a:solidFill>
                <a:ea typeface="字由点字典黑 65J" panose="00020600040101010101" charset="-122"/>
              </a:rPr>
              <a:t>问题建模</a:t>
            </a:r>
            <a:endParaRPr lang="en-US" sz="36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314217" y="5143500"/>
            <a:ext cx="4282063" cy="2713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对问题进行自动化建模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优化问题</a:t>
            </a:r>
            <a:r>
              <a:rPr lang="en-US" altLang="zh-CN" sz="2400" dirty="0">
                <a:solidFill>
                  <a:srgbClr val="3B424B"/>
                </a:solidFill>
                <a:ea typeface="字由点字典黑 45J" panose="00020600040101010101" charset="-122"/>
              </a:rPr>
              <a:t>--</a:t>
            </a: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目标规划模型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优化目标</a:t>
            </a:r>
            <a:r>
              <a:rPr lang="en-US" altLang="zh-CN" sz="2400" dirty="0">
                <a:solidFill>
                  <a:srgbClr val="3B424B"/>
                </a:solidFill>
                <a:ea typeface="字由点字典黑 45J" panose="00020600040101010101" charset="-122"/>
              </a:rPr>
              <a:t>--</a:t>
            </a: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决策变量与目标函数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目标要求</a:t>
            </a:r>
            <a:r>
              <a:rPr lang="en-US" altLang="zh-CN" sz="2400" dirty="0">
                <a:solidFill>
                  <a:srgbClr val="3B424B"/>
                </a:solidFill>
                <a:ea typeface="字由点字典黑 45J" panose="00020600040101010101" charset="-122"/>
              </a:rPr>
              <a:t>--</a:t>
            </a: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约束条件</a:t>
            </a:r>
            <a:endParaRPr lang="en-US" altLang="zh-CN" sz="2400" dirty="0">
              <a:solidFill>
                <a:srgbClr val="3B424B"/>
              </a:solidFill>
              <a:ea typeface="字由点字典黑 45J" panose="00020600040101010101" charset="-122"/>
            </a:endParaRPr>
          </a:p>
          <a:p>
            <a:pPr algn="ctr">
              <a:lnSpc>
                <a:spcPct val="150000"/>
              </a:lnSpc>
            </a:pPr>
            <a:endParaRPr lang="en-US" sz="2400" dirty="0">
              <a:solidFill>
                <a:srgbClr val="3B424B"/>
              </a:solidFill>
              <a:ea typeface="字由点字典黑 45J" panose="00020600040101010101" charset="-122"/>
            </a:endParaRPr>
          </a:p>
        </p:txBody>
      </p:sp>
      <p:grpSp>
        <p:nvGrpSpPr>
          <p:cNvPr id="56" name="Group 56"/>
          <p:cNvGrpSpPr/>
          <p:nvPr/>
        </p:nvGrpSpPr>
        <p:grpSpPr>
          <a:xfrm>
            <a:off x="6075270" y="3684734"/>
            <a:ext cx="4092542" cy="4307342"/>
            <a:chOff x="0" y="0"/>
            <a:chExt cx="5456722" cy="574312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456682" cy="5743067"/>
            </a:xfrm>
            <a:custGeom>
              <a:avLst/>
              <a:gdLst/>
              <a:ahLst/>
              <a:cxnLst/>
              <a:rect l="l" t="t" r="r" b="b"/>
              <a:pathLst>
                <a:path w="5456682" h="5743067">
                  <a:moveTo>
                    <a:pt x="0" y="909447"/>
                  </a:moveTo>
                  <a:cubicBezTo>
                    <a:pt x="0" y="407162"/>
                    <a:pt x="407162" y="0"/>
                    <a:pt x="909447" y="0"/>
                  </a:cubicBezTo>
                  <a:lnTo>
                    <a:pt x="4547235" y="0"/>
                  </a:lnTo>
                  <a:cubicBezTo>
                    <a:pt x="5049520" y="0"/>
                    <a:pt x="5456682" y="407162"/>
                    <a:pt x="5456682" y="909447"/>
                  </a:cubicBezTo>
                  <a:lnTo>
                    <a:pt x="5456682" y="4833620"/>
                  </a:lnTo>
                  <a:cubicBezTo>
                    <a:pt x="5456682" y="5335905"/>
                    <a:pt x="5049520" y="5743067"/>
                    <a:pt x="4547235" y="5743067"/>
                  </a:cubicBezTo>
                  <a:lnTo>
                    <a:pt x="909447" y="5743067"/>
                  </a:lnTo>
                  <a:cubicBezTo>
                    <a:pt x="407162" y="5743067"/>
                    <a:pt x="0" y="5335905"/>
                    <a:pt x="0" y="483362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 rot="2627273">
            <a:off x="7528734" y="3117534"/>
            <a:ext cx="1185612" cy="1185612"/>
            <a:chOff x="0" y="0"/>
            <a:chExt cx="1580816" cy="1580816"/>
          </a:xfrm>
          <a:solidFill>
            <a:srgbClr val="005BAB"/>
          </a:solidFill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80896" cy="1580896"/>
            </a:xfrm>
            <a:custGeom>
              <a:avLst/>
              <a:gdLst/>
              <a:ahLst/>
              <a:cxnLst/>
              <a:rect l="l" t="t" r="r" b="b"/>
              <a:pathLst>
                <a:path w="1580896" h="1580896">
                  <a:moveTo>
                    <a:pt x="0" y="263525"/>
                  </a:moveTo>
                  <a:cubicBezTo>
                    <a:pt x="0" y="117983"/>
                    <a:pt x="117983" y="0"/>
                    <a:pt x="263525" y="0"/>
                  </a:cubicBezTo>
                  <a:lnTo>
                    <a:pt x="1317371" y="0"/>
                  </a:lnTo>
                  <a:cubicBezTo>
                    <a:pt x="1462913" y="0"/>
                    <a:pt x="1580896" y="117983"/>
                    <a:pt x="1580896" y="263525"/>
                  </a:cubicBezTo>
                  <a:lnTo>
                    <a:pt x="1580896" y="1317371"/>
                  </a:lnTo>
                  <a:cubicBezTo>
                    <a:pt x="1580896" y="1462913"/>
                    <a:pt x="1462913" y="1580896"/>
                    <a:pt x="1317371" y="1580896"/>
                  </a:cubicBezTo>
                  <a:lnTo>
                    <a:pt x="263525" y="1580896"/>
                  </a:lnTo>
                  <a:cubicBezTo>
                    <a:pt x="117983" y="1580769"/>
                    <a:pt x="0" y="1462913"/>
                    <a:pt x="0" y="131737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7365300" y="3327005"/>
            <a:ext cx="1512481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770209" y="4674627"/>
            <a:ext cx="2769988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zh-CN" altLang="en-US" sz="3600" dirty="0">
                <a:solidFill>
                  <a:srgbClr val="005BAB"/>
                </a:solidFill>
                <a:ea typeface="字由点字典黑 65J" panose="00020600040101010101" charset="-122"/>
              </a:rPr>
              <a:t>模型优化</a:t>
            </a:r>
            <a:endParaRPr lang="en-US" sz="36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6588334" y="5231319"/>
            <a:ext cx="3213233" cy="2157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通过对约束条件进行简化与合并，减少决策变量与约束条件数量，辅助求解器高效求解</a:t>
            </a:r>
            <a:endParaRPr lang="en-US" sz="2400" dirty="0">
              <a:solidFill>
                <a:srgbClr val="3B424B"/>
              </a:solidFill>
              <a:ea typeface="字由点字典黑 45J" panose="00020600040101010101" charset="-122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10744200" y="3670061"/>
            <a:ext cx="4092542" cy="4307342"/>
            <a:chOff x="0" y="0"/>
            <a:chExt cx="5456722" cy="574312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456682" cy="5743067"/>
            </a:xfrm>
            <a:custGeom>
              <a:avLst/>
              <a:gdLst/>
              <a:ahLst/>
              <a:cxnLst/>
              <a:rect l="l" t="t" r="r" b="b"/>
              <a:pathLst>
                <a:path w="5456682" h="5743067">
                  <a:moveTo>
                    <a:pt x="0" y="909447"/>
                  </a:moveTo>
                  <a:cubicBezTo>
                    <a:pt x="0" y="407162"/>
                    <a:pt x="407162" y="0"/>
                    <a:pt x="909447" y="0"/>
                  </a:cubicBezTo>
                  <a:lnTo>
                    <a:pt x="4547235" y="0"/>
                  </a:lnTo>
                  <a:cubicBezTo>
                    <a:pt x="5049520" y="0"/>
                    <a:pt x="5456682" y="407162"/>
                    <a:pt x="5456682" y="909447"/>
                  </a:cubicBezTo>
                  <a:lnTo>
                    <a:pt x="5456682" y="4833620"/>
                  </a:lnTo>
                  <a:cubicBezTo>
                    <a:pt x="5456682" y="5335905"/>
                    <a:pt x="5049520" y="5743067"/>
                    <a:pt x="4547235" y="5743067"/>
                  </a:cubicBezTo>
                  <a:lnTo>
                    <a:pt x="909447" y="5743067"/>
                  </a:lnTo>
                  <a:cubicBezTo>
                    <a:pt x="407162" y="5743067"/>
                    <a:pt x="0" y="5335905"/>
                    <a:pt x="0" y="483362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 rot="2627273">
            <a:off x="12197665" y="3102861"/>
            <a:ext cx="1185612" cy="1185612"/>
            <a:chOff x="0" y="0"/>
            <a:chExt cx="1580816" cy="1580816"/>
          </a:xfrm>
          <a:solidFill>
            <a:srgbClr val="005BAB"/>
          </a:solidFill>
        </p:grpSpPr>
        <p:sp>
          <p:nvSpPr>
            <p:cNvPr id="66" name="Freeform 66"/>
            <p:cNvSpPr/>
            <p:nvPr/>
          </p:nvSpPr>
          <p:spPr>
            <a:xfrm>
              <a:off x="0" y="0"/>
              <a:ext cx="1580896" cy="1580896"/>
            </a:xfrm>
            <a:custGeom>
              <a:avLst/>
              <a:gdLst/>
              <a:ahLst/>
              <a:cxnLst/>
              <a:rect l="l" t="t" r="r" b="b"/>
              <a:pathLst>
                <a:path w="1580896" h="1580896">
                  <a:moveTo>
                    <a:pt x="0" y="263525"/>
                  </a:moveTo>
                  <a:cubicBezTo>
                    <a:pt x="0" y="117983"/>
                    <a:pt x="117983" y="0"/>
                    <a:pt x="263525" y="0"/>
                  </a:cubicBezTo>
                  <a:lnTo>
                    <a:pt x="1317371" y="0"/>
                  </a:lnTo>
                  <a:cubicBezTo>
                    <a:pt x="1462913" y="0"/>
                    <a:pt x="1580896" y="117983"/>
                    <a:pt x="1580896" y="263525"/>
                  </a:cubicBezTo>
                  <a:lnTo>
                    <a:pt x="1580896" y="1317371"/>
                  </a:lnTo>
                  <a:cubicBezTo>
                    <a:pt x="1580896" y="1462913"/>
                    <a:pt x="1462913" y="1580896"/>
                    <a:pt x="1317371" y="1580896"/>
                  </a:cubicBezTo>
                  <a:lnTo>
                    <a:pt x="263525" y="1580896"/>
                  </a:lnTo>
                  <a:cubicBezTo>
                    <a:pt x="117983" y="1580769"/>
                    <a:pt x="0" y="1462913"/>
                    <a:pt x="0" y="131737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2034231" y="3312332"/>
            <a:ext cx="1512481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439140" y="4659954"/>
            <a:ext cx="2769988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zh-CN" altLang="en-US" sz="3600" dirty="0">
                <a:solidFill>
                  <a:srgbClr val="005BAB"/>
                </a:solidFill>
                <a:ea typeface="字由点字典黑 65J" panose="00020600040101010101" charset="-122"/>
              </a:rPr>
              <a:t>模型求解</a:t>
            </a:r>
            <a:endParaRPr lang="en-US" sz="36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1049000" y="5211387"/>
            <a:ext cx="3498538" cy="2157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调用开源求解器</a:t>
            </a:r>
            <a:r>
              <a:rPr lang="en-US" altLang="zh-CN" sz="2400" dirty="0">
                <a:solidFill>
                  <a:srgbClr val="3B424B"/>
                </a:solidFill>
                <a:ea typeface="字由点字典黑 45J" panose="00020600040101010101" charset="-122"/>
              </a:rPr>
              <a:t>(SCIP)</a:t>
            </a: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或国产商用求解器</a:t>
            </a:r>
            <a:r>
              <a:rPr lang="en-US" altLang="zh-CN" sz="2400" dirty="0">
                <a:solidFill>
                  <a:srgbClr val="3B424B"/>
                </a:solidFill>
                <a:ea typeface="字由点字典黑 45J" panose="00020600040101010101" charset="-122"/>
              </a:rPr>
              <a:t>(COPT)</a:t>
            </a:r>
            <a:r>
              <a:rPr lang="zh-CN" altLang="en-US" sz="2400" dirty="0">
                <a:solidFill>
                  <a:srgbClr val="3B424B"/>
                </a:solidFill>
                <a:ea typeface="字由点字典黑 45J" panose="00020600040101010101" charset="-122"/>
              </a:rPr>
              <a:t>，对规划模型进行求解，得到最优解或相对最优解</a:t>
            </a:r>
            <a:endParaRPr lang="en-US" sz="2400" dirty="0">
              <a:solidFill>
                <a:srgbClr val="3B424B"/>
              </a:solidFill>
              <a:ea typeface="字由点字典黑 45J" panose="00020600040101010101" charset="-122"/>
            </a:endParaRP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EA16FA1F-A3E1-F41C-B54A-32B4A3E8C6C6}"/>
              </a:ext>
            </a:extLst>
          </p:cNvPr>
          <p:cNvGrpSpPr/>
          <p:nvPr/>
        </p:nvGrpSpPr>
        <p:grpSpPr>
          <a:xfrm>
            <a:off x="16714290" y="0"/>
            <a:ext cx="1573711" cy="1138224"/>
            <a:chOff x="0" y="0"/>
            <a:chExt cx="2098282" cy="1517632"/>
          </a:xfrm>
          <a:solidFill>
            <a:srgbClr val="005BAB">
              <a:alpha val="27000"/>
            </a:srgbClr>
          </a:solidFill>
        </p:grpSpPr>
        <p:sp>
          <p:nvSpPr>
            <p:cNvPr id="70" name="Freeform 17">
              <a:extLst>
                <a:ext uri="{FF2B5EF4-FFF2-40B4-BE49-F238E27FC236}">
                  <a16:creationId xmlns:a16="http://schemas.microsoft.com/office/drawing/2014/main" id="{35BBF039-DCD9-EBE6-CBF8-C85923B6B0FD}"/>
                </a:ext>
              </a:extLst>
            </p:cNvPr>
            <p:cNvSpPr/>
            <p:nvPr/>
          </p:nvSpPr>
          <p:spPr>
            <a:xfrm>
              <a:off x="0" y="0"/>
              <a:ext cx="2098294" cy="1517650"/>
            </a:xfrm>
            <a:custGeom>
              <a:avLst/>
              <a:gdLst/>
              <a:ahLst/>
              <a:cxnLst/>
              <a:rect l="l" t="t" r="r" b="b"/>
              <a:pathLst>
                <a:path w="2098294" h="1517650">
                  <a:moveTo>
                    <a:pt x="0" y="0"/>
                  </a:moveTo>
                  <a:lnTo>
                    <a:pt x="2098294" y="0"/>
                  </a:lnTo>
                  <a:lnTo>
                    <a:pt x="2098294" y="1401445"/>
                  </a:lnTo>
                  <a:lnTo>
                    <a:pt x="1823466" y="1486789"/>
                  </a:lnTo>
                  <a:cubicBezTo>
                    <a:pt x="1724660" y="1506982"/>
                    <a:pt x="1622425" y="1517650"/>
                    <a:pt x="1517650" y="1517650"/>
                  </a:cubicBezTo>
                  <a:cubicBezTo>
                    <a:pt x="679450" y="1517650"/>
                    <a:pt x="0" y="838200"/>
                    <a:pt x="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1" name="图片 70">
            <a:extLst>
              <a:ext uri="{FF2B5EF4-FFF2-40B4-BE49-F238E27FC236}">
                <a16:creationId xmlns:a16="http://schemas.microsoft.com/office/drawing/2014/main" id="{E0D56EBC-37C9-B322-9C55-B0C42145E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2" y="198549"/>
            <a:ext cx="3202966" cy="677378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72763A49-25F0-4309-A41D-B9B5213E534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16754" y="7584752"/>
            <a:ext cx="1720893" cy="649225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442D8D28-6F88-4DE7-A133-BAD0D5BA867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2915714" y="7486650"/>
            <a:ext cx="1714686" cy="1009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52216881-55E4-47D1-A76E-A5552BFAD175}"/>
              </a:ext>
            </a:extLst>
          </p:cNvPr>
          <p:cNvSpPr txBox="1"/>
          <p:nvPr/>
        </p:nvSpPr>
        <p:spPr>
          <a:xfrm>
            <a:off x="8666002" y="7868547"/>
            <a:ext cx="1620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anose="02010600040101010101" pitchFamily="2" charset="-122"/>
              </a:rPr>
              <a:t>目标规划模型</a:t>
            </a:r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8A4BA9D-CDEB-40FB-A268-A6A6C74AEBF3}"/>
              </a:ext>
            </a:extLst>
          </p:cNvPr>
          <p:cNvSpPr txBox="1"/>
          <p:nvPr/>
        </p:nvSpPr>
        <p:spPr>
          <a:xfrm>
            <a:off x="3132722" y="7644097"/>
            <a:ext cx="13360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决策变量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4C218DD-1496-4201-A19E-B3885BE187A8}"/>
              </a:ext>
            </a:extLst>
          </p:cNvPr>
          <p:cNvSpPr txBox="1"/>
          <p:nvPr/>
        </p:nvSpPr>
        <p:spPr>
          <a:xfrm>
            <a:off x="3114825" y="8550717"/>
            <a:ext cx="13360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目标函数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24EEEDA-CAB9-4F61-ADE7-572103550E71}"/>
              </a:ext>
            </a:extLst>
          </p:cNvPr>
          <p:cNvSpPr txBox="1"/>
          <p:nvPr/>
        </p:nvSpPr>
        <p:spPr>
          <a:xfrm>
            <a:off x="3114825" y="9493519"/>
            <a:ext cx="13360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约束条件</a:t>
            </a: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98E0CD58-5366-4C4C-B41A-79A67E87D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5483" y="7629657"/>
            <a:ext cx="600159" cy="400106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C25E89A6-77CB-4D77-858B-B5E2D43D9D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7718" y="7634700"/>
            <a:ext cx="514422" cy="419158"/>
          </a:xfrm>
          <a:prstGeom prst="rect">
            <a:avLst/>
          </a:prstGeom>
        </p:spPr>
      </p:pic>
      <p:sp>
        <p:nvSpPr>
          <p:cNvPr id="84" name="文本框 83">
            <a:extLst>
              <a:ext uri="{FF2B5EF4-FFF2-40B4-BE49-F238E27FC236}">
                <a16:creationId xmlns:a16="http://schemas.microsoft.com/office/drawing/2014/main" id="{ECF458E6-1FF2-443E-9EAD-6A93DBF66AC5}"/>
              </a:ext>
            </a:extLst>
          </p:cNvPr>
          <p:cNvSpPr txBox="1"/>
          <p:nvPr/>
        </p:nvSpPr>
        <p:spPr>
          <a:xfrm>
            <a:off x="6324600" y="7644097"/>
            <a:ext cx="13360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19EAF1A1-6470-469F-BBE1-BF7AA52436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5583" y="8425766"/>
            <a:ext cx="3432869" cy="689079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5A51FE9A-DE03-46DE-96E0-69B652305B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7574" y="7639183"/>
            <a:ext cx="438211" cy="390580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D9F9D16F-B605-48A3-97E2-31AD884E0772}"/>
              </a:ext>
            </a:extLst>
          </p:cNvPr>
          <p:cNvSpPr txBox="1"/>
          <p:nvPr/>
        </p:nvSpPr>
        <p:spPr>
          <a:xfrm>
            <a:off x="6588710" y="9493519"/>
            <a:ext cx="13360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5404EAF-028B-4BE3-9D95-99CA800481CB}"/>
              </a:ext>
            </a:extLst>
          </p:cNvPr>
          <p:cNvSpPr txBox="1"/>
          <p:nvPr/>
        </p:nvSpPr>
        <p:spPr>
          <a:xfrm>
            <a:off x="877109" y="8193944"/>
            <a:ext cx="151704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问题定义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+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输入数据</a:t>
            </a:r>
          </a:p>
        </p:txBody>
      </p:sp>
      <p:pic>
        <p:nvPicPr>
          <p:cNvPr id="91" name="Picture 4" descr="Linear programming - Wikipedia">
            <a:extLst>
              <a:ext uri="{FF2B5EF4-FFF2-40B4-BE49-F238E27FC236}">
                <a16:creationId xmlns:a16="http://schemas.microsoft.com/office/drawing/2014/main" id="{566C8CEB-EA1A-48B1-8E46-69D8BFE62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9" y="8259916"/>
            <a:ext cx="1277604" cy="127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BCDACDD1-3871-443E-9601-14E3BAEF40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7358" y="9455010"/>
            <a:ext cx="2291352" cy="489090"/>
          </a:xfrm>
          <a:prstGeom prst="rect">
            <a:avLst/>
          </a:prstGeom>
        </p:spPr>
      </p:pic>
      <p:sp>
        <p:nvSpPr>
          <p:cNvPr id="5" name="左大括号 4">
            <a:extLst>
              <a:ext uri="{FF2B5EF4-FFF2-40B4-BE49-F238E27FC236}">
                <a16:creationId xmlns:a16="http://schemas.microsoft.com/office/drawing/2014/main" id="{BB918F0C-08F0-4D93-BE16-C798A750AE45}"/>
              </a:ext>
            </a:extLst>
          </p:cNvPr>
          <p:cNvSpPr/>
          <p:nvPr/>
        </p:nvSpPr>
        <p:spPr>
          <a:xfrm>
            <a:off x="2583377" y="8053213"/>
            <a:ext cx="427316" cy="1560742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左大括号 92">
            <a:extLst>
              <a:ext uri="{FF2B5EF4-FFF2-40B4-BE49-F238E27FC236}">
                <a16:creationId xmlns:a16="http://schemas.microsoft.com/office/drawing/2014/main" id="{85E080A9-E8E6-47E3-91FE-BADA9616EDBE}"/>
              </a:ext>
            </a:extLst>
          </p:cNvPr>
          <p:cNvSpPr/>
          <p:nvPr/>
        </p:nvSpPr>
        <p:spPr>
          <a:xfrm rot="10800000">
            <a:off x="7924801" y="7962900"/>
            <a:ext cx="427316" cy="1560742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箭头: 右 94">
            <a:extLst>
              <a:ext uri="{FF2B5EF4-FFF2-40B4-BE49-F238E27FC236}">
                <a16:creationId xmlns:a16="http://schemas.microsoft.com/office/drawing/2014/main" id="{922E6EE0-7087-401D-8BA5-02286A4215FD}"/>
              </a:ext>
            </a:extLst>
          </p:cNvPr>
          <p:cNvSpPr/>
          <p:nvPr/>
        </p:nvSpPr>
        <p:spPr>
          <a:xfrm>
            <a:off x="10465412" y="8510567"/>
            <a:ext cx="4622188" cy="32832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ACA7E0E-0FF1-4C3C-B381-D53D612BEC12}"/>
              </a:ext>
            </a:extLst>
          </p:cNvPr>
          <p:cNvSpPr/>
          <p:nvPr/>
        </p:nvSpPr>
        <p:spPr>
          <a:xfrm>
            <a:off x="15349952" y="7864497"/>
            <a:ext cx="2667000" cy="154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最优</a:t>
            </a:r>
            <a:r>
              <a:rPr lang="en-US" altLang="zh-CN" sz="2800" dirty="0"/>
              <a:t>/</a:t>
            </a:r>
            <a:r>
              <a:rPr lang="zh-CN" altLang="en-US" sz="2800" dirty="0"/>
              <a:t>相对最优解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D2623A79-9793-4B02-AE70-8DCDF15CB54E}"/>
              </a:ext>
            </a:extLst>
          </p:cNvPr>
          <p:cNvSpPr txBox="1"/>
          <p:nvPr/>
        </p:nvSpPr>
        <p:spPr>
          <a:xfrm>
            <a:off x="11830111" y="821356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SCIP                    COPT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E8D7A60-41BD-443A-9D57-E2D94DE6D3C9}"/>
              </a:ext>
            </a:extLst>
          </p:cNvPr>
          <p:cNvSpPr/>
          <p:nvPr/>
        </p:nvSpPr>
        <p:spPr>
          <a:xfrm>
            <a:off x="5624288" y="8061699"/>
            <a:ext cx="7558314" cy="1584698"/>
          </a:xfrm>
          <a:prstGeom prst="roundRect">
            <a:avLst>
              <a:gd name="adj" fmla="val 1637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8FE10BC-CEF5-49E0-A4BD-2F2A4AC6CE0C}"/>
              </a:ext>
            </a:extLst>
          </p:cNvPr>
          <p:cNvSpPr txBox="1"/>
          <p:nvPr/>
        </p:nvSpPr>
        <p:spPr>
          <a:xfrm>
            <a:off x="4955006" y="8068692"/>
            <a:ext cx="531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数据层</a:t>
            </a: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059DEFD9-43BE-4AD9-BFED-EE6F2436A5E3}"/>
              </a:ext>
            </a:extLst>
          </p:cNvPr>
          <p:cNvSpPr/>
          <p:nvPr/>
        </p:nvSpPr>
        <p:spPr>
          <a:xfrm>
            <a:off x="5624288" y="3314700"/>
            <a:ext cx="7558314" cy="4494336"/>
          </a:xfrm>
          <a:prstGeom prst="roundRect">
            <a:avLst>
              <a:gd name="adj" fmla="val 11859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BCB6C05-C752-4202-9BDE-AEED9038D70D}"/>
              </a:ext>
            </a:extLst>
          </p:cNvPr>
          <p:cNvSpPr txBox="1"/>
          <p:nvPr/>
        </p:nvSpPr>
        <p:spPr>
          <a:xfrm>
            <a:off x="4955006" y="4765310"/>
            <a:ext cx="531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算法层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99547266-AB4D-48EF-861D-C676E9E5B660}"/>
              </a:ext>
            </a:extLst>
          </p:cNvPr>
          <p:cNvSpPr/>
          <p:nvPr/>
        </p:nvSpPr>
        <p:spPr>
          <a:xfrm>
            <a:off x="5624288" y="1485901"/>
            <a:ext cx="7572826" cy="1584698"/>
          </a:xfrm>
          <a:prstGeom prst="roundRect">
            <a:avLst>
              <a:gd name="adj" fmla="val 1637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02176F52-39B7-454F-B271-8A036D0FF5CD}"/>
              </a:ext>
            </a:extLst>
          </p:cNvPr>
          <p:cNvSpPr txBox="1"/>
          <p:nvPr/>
        </p:nvSpPr>
        <p:spPr>
          <a:xfrm>
            <a:off x="4955006" y="1546294"/>
            <a:ext cx="531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应用层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C3DB216-8D29-4BEA-98CE-ED5F60170516}"/>
              </a:ext>
            </a:extLst>
          </p:cNvPr>
          <p:cNvSpPr/>
          <p:nvPr/>
        </p:nvSpPr>
        <p:spPr>
          <a:xfrm>
            <a:off x="5943600" y="6752907"/>
            <a:ext cx="6857999" cy="8581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问题建模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221CDD22-B9F2-469D-B56E-414160F1D422}"/>
              </a:ext>
            </a:extLst>
          </p:cNvPr>
          <p:cNvSpPr/>
          <p:nvPr/>
        </p:nvSpPr>
        <p:spPr>
          <a:xfrm>
            <a:off x="5943599" y="5673383"/>
            <a:ext cx="6857999" cy="8581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模型优化</a:t>
            </a: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3E05475E-86F0-4C58-B9FB-FA5E35C7AD1A}"/>
              </a:ext>
            </a:extLst>
          </p:cNvPr>
          <p:cNvSpPr/>
          <p:nvPr/>
        </p:nvSpPr>
        <p:spPr>
          <a:xfrm>
            <a:off x="5943599" y="4611279"/>
            <a:ext cx="6857999" cy="8581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求解器</a:t>
            </a: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AD180451-605F-4350-91C6-DD32D48AAF1A}"/>
              </a:ext>
            </a:extLst>
          </p:cNvPr>
          <p:cNvSpPr/>
          <p:nvPr/>
        </p:nvSpPr>
        <p:spPr>
          <a:xfrm>
            <a:off x="5943598" y="3540465"/>
            <a:ext cx="6857999" cy="8581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结果验证</a:t>
            </a: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C6DAB377-F887-4FD2-B222-40DFA29D09DA}"/>
              </a:ext>
            </a:extLst>
          </p:cNvPr>
          <p:cNvSpPr/>
          <p:nvPr/>
        </p:nvSpPr>
        <p:spPr>
          <a:xfrm>
            <a:off x="9575129" y="8396990"/>
            <a:ext cx="3226468" cy="9141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输出数据</a:t>
            </a: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5A74C37A-3F4B-400C-B76B-13D6D8EDE9DC}"/>
              </a:ext>
            </a:extLst>
          </p:cNvPr>
          <p:cNvSpPr/>
          <p:nvPr/>
        </p:nvSpPr>
        <p:spPr>
          <a:xfrm>
            <a:off x="9575128" y="1814807"/>
            <a:ext cx="3226469" cy="8581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可视化界面</a:t>
            </a: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12784050-8E91-4D28-A5FC-667EC4DB6225}"/>
              </a:ext>
            </a:extLst>
          </p:cNvPr>
          <p:cNvSpPr/>
          <p:nvPr/>
        </p:nvSpPr>
        <p:spPr>
          <a:xfrm>
            <a:off x="5943598" y="1814807"/>
            <a:ext cx="3226469" cy="8581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模型交互</a:t>
            </a:r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A753CC34-39E3-4740-9A82-111494029338}"/>
              </a:ext>
            </a:extLst>
          </p:cNvPr>
          <p:cNvSpPr/>
          <p:nvPr/>
        </p:nvSpPr>
        <p:spPr>
          <a:xfrm>
            <a:off x="5943598" y="8396990"/>
            <a:ext cx="3226469" cy="9141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输入数据</a:t>
            </a:r>
          </a:p>
        </p:txBody>
      </p:sp>
      <p:sp>
        <p:nvSpPr>
          <p:cNvPr id="116" name="箭头: 下 115">
            <a:extLst>
              <a:ext uri="{FF2B5EF4-FFF2-40B4-BE49-F238E27FC236}">
                <a16:creationId xmlns:a16="http://schemas.microsoft.com/office/drawing/2014/main" id="{01312EB0-DD21-43A9-BBED-E00E6A9440E5}"/>
              </a:ext>
            </a:extLst>
          </p:cNvPr>
          <p:cNvSpPr/>
          <p:nvPr/>
        </p:nvSpPr>
        <p:spPr>
          <a:xfrm rot="10800000">
            <a:off x="7098598" y="7664064"/>
            <a:ext cx="914400" cy="68462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17" name="箭头: 下 116">
            <a:extLst>
              <a:ext uri="{FF2B5EF4-FFF2-40B4-BE49-F238E27FC236}">
                <a16:creationId xmlns:a16="http://schemas.microsoft.com/office/drawing/2014/main" id="{5A59526E-C338-4A9A-BFE0-3F1E9C10BF71}"/>
              </a:ext>
            </a:extLst>
          </p:cNvPr>
          <p:cNvSpPr/>
          <p:nvPr/>
        </p:nvSpPr>
        <p:spPr>
          <a:xfrm rot="10800000">
            <a:off x="10704728" y="2746975"/>
            <a:ext cx="914400" cy="684621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1" name="箭头: 上下 120">
            <a:extLst>
              <a:ext uri="{FF2B5EF4-FFF2-40B4-BE49-F238E27FC236}">
                <a16:creationId xmlns:a16="http://schemas.microsoft.com/office/drawing/2014/main" id="{4DB57265-EF13-4C3D-B772-D082D6A24CF2}"/>
              </a:ext>
            </a:extLst>
          </p:cNvPr>
          <p:cNvSpPr/>
          <p:nvPr/>
        </p:nvSpPr>
        <p:spPr>
          <a:xfrm>
            <a:off x="7226302" y="2754060"/>
            <a:ext cx="713942" cy="685131"/>
          </a:xfrm>
          <a:prstGeom prst="upDownArrow">
            <a:avLst>
              <a:gd name="adj1" fmla="val 45934"/>
              <a:gd name="adj2" fmla="val 35769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3" name="箭头: 手杖形 122">
            <a:extLst>
              <a:ext uri="{FF2B5EF4-FFF2-40B4-BE49-F238E27FC236}">
                <a16:creationId xmlns:a16="http://schemas.microsoft.com/office/drawing/2014/main" id="{59FBD503-B493-4144-9C1B-318C6D67B3A1}"/>
              </a:ext>
            </a:extLst>
          </p:cNvPr>
          <p:cNvSpPr/>
          <p:nvPr/>
        </p:nvSpPr>
        <p:spPr>
          <a:xfrm rot="5400000">
            <a:off x="10855367" y="5887855"/>
            <a:ext cx="5293090" cy="11430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97857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230618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9DF370C-D775-4265-9273-038284185F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-2201" r="10829" b="-3056"/>
          <a:stretch/>
        </p:blipFill>
        <p:spPr>
          <a:xfrm>
            <a:off x="-2" y="1587504"/>
            <a:ext cx="18288003" cy="740409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7EA3250-3B30-F9AE-B8B5-AEF5397F3B30}"/>
              </a:ext>
            </a:extLst>
          </p:cNvPr>
          <p:cNvSpPr/>
          <p:nvPr/>
        </p:nvSpPr>
        <p:spPr>
          <a:xfrm>
            <a:off x="2" y="1"/>
            <a:ext cx="18287999" cy="10139375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                                                          </a:t>
            </a:r>
          </a:p>
        </p:txBody>
      </p:sp>
      <p:sp>
        <p:nvSpPr>
          <p:cNvPr id="23" name="矩形 22"/>
          <p:cNvSpPr/>
          <p:nvPr/>
        </p:nvSpPr>
        <p:spPr>
          <a:xfrm>
            <a:off x="-2" y="3604994"/>
            <a:ext cx="18288000" cy="356809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 dirty="0"/>
              <a:t>                                                          </a:t>
            </a:r>
          </a:p>
        </p:txBody>
      </p:sp>
      <p:sp>
        <p:nvSpPr>
          <p:cNvPr id="6" name="平行四边形 5"/>
          <p:cNvSpPr/>
          <p:nvPr/>
        </p:nvSpPr>
        <p:spPr>
          <a:xfrm>
            <a:off x="7484876" y="6827784"/>
            <a:ext cx="11136236" cy="345306"/>
          </a:xfrm>
          <a:prstGeom prst="parallelogram">
            <a:avLst>
              <a:gd name="adj" fmla="val 98111"/>
            </a:avLst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2700">
              <a:solidFill>
                <a:srgbClr val="1066A5"/>
              </a:solidFill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320413" y="3604992"/>
            <a:ext cx="10162910" cy="349863"/>
          </a:xfrm>
          <a:prstGeom prst="parallelogram">
            <a:avLst>
              <a:gd name="adj" fmla="val 98111"/>
            </a:avLst>
          </a:prstGeom>
          <a:solidFill>
            <a:srgbClr val="2059A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sz="2700">
              <a:latin typeface="Arial" panose="020B0604020202020204"/>
              <a:ea typeface="微软雅黑" panose="020B0503020204020204" charset="-122"/>
              <a:sym typeface="Arial" panose="020B0604020202020204"/>
            </a:endParaRPr>
          </a:p>
        </p:txBody>
      </p:sp>
      <p:sp>
        <p:nvSpPr>
          <p:cNvPr id="18" name="文本框 27"/>
          <p:cNvSpPr txBox="1"/>
          <p:nvPr/>
        </p:nvSpPr>
        <p:spPr>
          <a:xfrm>
            <a:off x="6400800" y="4339226"/>
            <a:ext cx="586740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0800" b="1" dirty="0">
                <a:solidFill>
                  <a:srgbClr val="1066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初步结果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509AAE-59F7-7700-0C69-227D42739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021" y="406184"/>
            <a:ext cx="5661981" cy="9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92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99647" y="8838890"/>
            <a:ext cx="2859044" cy="1448110"/>
            <a:chOff x="0" y="0"/>
            <a:chExt cx="7299770" cy="3697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99833" cy="3697351"/>
            </a:xfrm>
            <a:custGeom>
              <a:avLst/>
              <a:gdLst/>
              <a:ahLst/>
              <a:cxnLst/>
              <a:rect l="l" t="t" r="r" b="b"/>
              <a:pathLst>
                <a:path w="7299833" h="3697351">
                  <a:moveTo>
                    <a:pt x="3649853" y="0"/>
                  </a:moveTo>
                  <a:cubicBezTo>
                    <a:pt x="5665597" y="0"/>
                    <a:pt x="7299833" y="1634109"/>
                    <a:pt x="7299833" y="3649853"/>
                  </a:cubicBezTo>
                  <a:lnTo>
                    <a:pt x="7297420" y="3697351"/>
                  </a:lnTo>
                  <a:lnTo>
                    <a:pt x="2413" y="3697351"/>
                  </a:lnTo>
                  <a:lnTo>
                    <a:pt x="0" y="3649853"/>
                  </a:lnTo>
                  <a:cubicBezTo>
                    <a:pt x="0" y="1634109"/>
                    <a:pt x="1634109" y="0"/>
                    <a:pt x="3649853" y="0"/>
                  </a:cubicBezTo>
                  <a:close/>
                </a:path>
              </a:pathLst>
            </a:custGeom>
            <a:solidFill>
              <a:srgbClr val="0058E0">
                <a:alpha val="1764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60982" y="8898718"/>
            <a:ext cx="1094085" cy="392583"/>
            <a:chOff x="0" y="0"/>
            <a:chExt cx="1458780" cy="523444"/>
          </a:xfrm>
        </p:grpSpPr>
        <p:grpSp>
          <p:nvGrpSpPr>
            <p:cNvPr id="8" name="Group 8"/>
            <p:cNvGrpSpPr/>
            <p:nvPr/>
          </p:nvGrpSpPr>
          <p:grpSpPr>
            <a:xfrm>
              <a:off x="1347250" y="0"/>
              <a:ext cx="111529" cy="111529"/>
              <a:chOff x="0" y="0"/>
              <a:chExt cx="76264" cy="7626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77801" y="0"/>
              <a:ext cx="111529" cy="111529"/>
              <a:chOff x="0" y="0"/>
              <a:chExt cx="76264" cy="7626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08353" y="0"/>
              <a:ext cx="111529" cy="111529"/>
              <a:chOff x="0" y="0"/>
              <a:chExt cx="76264" cy="7626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69455" y="0"/>
              <a:ext cx="111529" cy="111529"/>
              <a:chOff x="0" y="0"/>
              <a:chExt cx="76264" cy="7626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11529" cy="111529"/>
              <a:chOff x="0" y="0"/>
              <a:chExt cx="76264" cy="7626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8904" y="0"/>
              <a:ext cx="111529" cy="111529"/>
              <a:chOff x="0" y="0"/>
              <a:chExt cx="76264" cy="762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347250" y="205957"/>
              <a:ext cx="111529" cy="111529"/>
              <a:chOff x="0" y="0"/>
              <a:chExt cx="76264" cy="7626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77801" y="205957"/>
              <a:ext cx="111529" cy="111529"/>
              <a:chOff x="0" y="0"/>
              <a:chExt cx="76264" cy="7626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08353" y="205957"/>
              <a:ext cx="111529" cy="111529"/>
              <a:chOff x="0" y="0"/>
              <a:chExt cx="76264" cy="7626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69455" y="205957"/>
              <a:ext cx="111529" cy="111529"/>
              <a:chOff x="0" y="0"/>
              <a:chExt cx="76264" cy="7626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205957"/>
              <a:ext cx="111529" cy="111529"/>
              <a:chOff x="0" y="0"/>
              <a:chExt cx="76264" cy="7626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8904" y="205957"/>
              <a:ext cx="111529" cy="111529"/>
              <a:chOff x="0" y="0"/>
              <a:chExt cx="76264" cy="7626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47250" y="411915"/>
              <a:ext cx="111529" cy="111529"/>
              <a:chOff x="0" y="0"/>
              <a:chExt cx="76264" cy="7626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77801" y="411915"/>
              <a:ext cx="111529" cy="111529"/>
              <a:chOff x="0" y="0"/>
              <a:chExt cx="76264" cy="7626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8353" y="411915"/>
              <a:ext cx="111529" cy="111529"/>
              <a:chOff x="0" y="0"/>
              <a:chExt cx="76264" cy="7626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69455" y="411915"/>
              <a:ext cx="111529" cy="111529"/>
              <a:chOff x="0" y="0"/>
              <a:chExt cx="76264" cy="7626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411915"/>
              <a:ext cx="111529" cy="111529"/>
              <a:chOff x="0" y="0"/>
              <a:chExt cx="76264" cy="7626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38904" y="411915"/>
              <a:ext cx="111529" cy="111529"/>
              <a:chOff x="0" y="0"/>
              <a:chExt cx="76264" cy="7626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7" name="AutoShape 47"/>
          <p:cNvSpPr/>
          <p:nvPr/>
        </p:nvSpPr>
        <p:spPr>
          <a:xfrm>
            <a:off x="1028700" y="2373550"/>
            <a:ext cx="5981700" cy="2"/>
          </a:xfrm>
          <a:prstGeom prst="line">
            <a:avLst/>
          </a:prstGeom>
          <a:ln w="28575" cap="rnd">
            <a:solidFill>
              <a:srgbClr val="0058E0"/>
            </a:solidFill>
            <a:prstDash val="solid"/>
            <a:headEnd type="oval" w="lg" len="lg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933103" y="1432780"/>
            <a:ext cx="6060281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zh-CN" altLang="en-US" sz="5500" dirty="0">
                <a:solidFill>
                  <a:srgbClr val="005BAB"/>
                </a:solidFill>
                <a:ea typeface="字由点字典黑 65J" panose="00020600040101010101" charset="-122"/>
              </a:rPr>
              <a:t>初步结果</a:t>
            </a:r>
            <a:r>
              <a:rPr lang="en-US" altLang="zh-CN" sz="5500" dirty="0">
                <a:solidFill>
                  <a:srgbClr val="005BAB"/>
                </a:solidFill>
                <a:ea typeface="字由点字典黑 65J" panose="00020600040101010101" charset="-122"/>
              </a:rPr>
              <a:t>—</a:t>
            </a:r>
            <a:r>
              <a:rPr lang="zh-CN" altLang="en-US" sz="5500" dirty="0">
                <a:solidFill>
                  <a:srgbClr val="005BAB"/>
                </a:solidFill>
                <a:ea typeface="字由点字典黑 65J" panose="00020600040101010101" charset="-122"/>
              </a:rPr>
              <a:t>最优解</a:t>
            </a:r>
            <a:endParaRPr lang="en-US" sz="55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grpSp>
        <p:nvGrpSpPr>
          <p:cNvPr id="105" name="Group 16">
            <a:extLst>
              <a:ext uri="{FF2B5EF4-FFF2-40B4-BE49-F238E27FC236}">
                <a16:creationId xmlns:a16="http://schemas.microsoft.com/office/drawing/2014/main" id="{999F153D-1E8B-8964-71E4-DFC9E87BF1BA}"/>
              </a:ext>
            </a:extLst>
          </p:cNvPr>
          <p:cNvGrpSpPr/>
          <p:nvPr/>
        </p:nvGrpSpPr>
        <p:grpSpPr>
          <a:xfrm>
            <a:off x="16714290" y="0"/>
            <a:ext cx="1573711" cy="1138224"/>
            <a:chOff x="0" y="0"/>
            <a:chExt cx="2098282" cy="1517632"/>
          </a:xfrm>
          <a:solidFill>
            <a:srgbClr val="005BAB">
              <a:alpha val="27000"/>
            </a:srgbClr>
          </a:solidFill>
        </p:grpSpPr>
        <p:sp>
          <p:nvSpPr>
            <p:cNvPr id="106" name="Freeform 17">
              <a:extLst>
                <a:ext uri="{FF2B5EF4-FFF2-40B4-BE49-F238E27FC236}">
                  <a16:creationId xmlns:a16="http://schemas.microsoft.com/office/drawing/2014/main" id="{A642A34D-094F-8B05-0DF8-97D4686B0FF4}"/>
                </a:ext>
              </a:extLst>
            </p:cNvPr>
            <p:cNvSpPr/>
            <p:nvPr/>
          </p:nvSpPr>
          <p:spPr>
            <a:xfrm>
              <a:off x="0" y="0"/>
              <a:ext cx="2098294" cy="1517650"/>
            </a:xfrm>
            <a:custGeom>
              <a:avLst/>
              <a:gdLst/>
              <a:ahLst/>
              <a:cxnLst/>
              <a:rect l="l" t="t" r="r" b="b"/>
              <a:pathLst>
                <a:path w="2098294" h="1517650">
                  <a:moveTo>
                    <a:pt x="0" y="0"/>
                  </a:moveTo>
                  <a:lnTo>
                    <a:pt x="2098294" y="0"/>
                  </a:lnTo>
                  <a:lnTo>
                    <a:pt x="2098294" y="1401445"/>
                  </a:lnTo>
                  <a:lnTo>
                    <a:pt x="1823466" y="1486789"/>
                  </a:lnTo>
                  <a:cubicBezTo>
                    <a:pt x="1724660" y="1506982"/>
                    <a:pt x="1622425" y="1517650"/>
                    <a:pt x="1517650" y="1517650"/>
                  </a:cubicBezTo>
                  <a:cubicBezTo>
                    <a:pt x="679450" y="1517650"/>
                    <a:pt x="0" y="838200"/>
                    <a:pt x="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7" name="图片 106">
            <a:extLst>
              <a:ext uri="{FF2B5EF4-FFF2-40B4-BE49-F238E27FC236}">
                <a16:creationId xmlns:a16="http://schemas.microsoft.com/office/drawing/2014/main" id="{4AFBF8B0-C363-33D8-0A76-7BDA2CA3A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2" y="198549"/>
            <a:ext cx="3202966" cy="6773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FC5600-2405-4E6E-AD92-B56A2863D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85" y="2957599"/>
            <a:ext cx="5203491" cy="3408488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75FE8E07-51B3-4C39-A787-6E3C32E36B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802" y="2809283"/>
            <a:ext cx="6961247" cy="6208458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D9FDE901-6A15-4C85-8C1D-E7FD6D021DBB}"/>
              </a:ext>
            </a:extLst>
          </p:cNvPr>
          <p:cNvSpPr txBox="1"/>
          <p:nvPr/>
        </p:nvSpPr>
        <p:spPr>
          <a:xfrm>
            <a:off x="12801600" y="2619370"/>
            <a:ext cx="226386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路径可视化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3E37B4D-1003-4E36-9257-837A9F46B5AC}"/>
              </a:ext>
            </a:extLst>
          </p:cNvPr>
          <p:cNvSpPr txBox="1"/>
          <p:nvPr/>
        </p:nvSpPr>
        <p:spPr>
          <a:xfrm>
            <a:off x="6232191" y="3692347"/>
            <a:ext cx="4326128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pair_id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：需要连接的设备组号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start-id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：接线起点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end-id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：接线起点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826EB33-6598-46E0-ABBC-C64E62A2AFA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66444" y="6482921"/>
            <a:ext cx="4682670" cy="76623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原最优解：约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3.75kg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304BEBB-7AC4-4F3D-9401-C8CF6880C498}"/>
              </a:ext>
            </a:extLst>
          </p:cNvPr>
          <p:cNvSpPr txBox="1"/>
          <p:nvPr/>
        </p:nvSpPr>
        <p:spPr>
          <a:xfrm>
            <a:off x="2679074" y="8932689"/>
            <a:ext cx="50574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现最优解：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3.28268kg</a:t>
            </a:r>
          </a:p>
        </p:txBody>
      </p:sp>
      <p:sp>
        <p:nvSpPr>
          <p:cNvPr id="59" name="箭头: 下 58">
            <a:extLst>
              <a:ext uri="{FF2B5EF4-FFF2-40B4-BE49-F238E27FC236}">
                <a16:creationId xmlns:a16="http://schemas.microsoft.com/office/drawing/2014/main" id="{DB3925C5-AB3C-4CEB-AB26-A60C161A56EF}"/>
              </a:ext>
            </a:extLst>
          </p:cNvPr>
          <p:cNvSpPr/>
          <p:nvPr/>
        </p:nvSpPr>
        <p:spPr>
          <a:xfrm>
            <a:off x="3531379" y="7437919"/>
            <a:ext cx="3352800" cy="132562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12.46%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95438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99647" y="8838890"/>
            <a:ext cx="2859044" cy="1448110"/>
            <a:chOff x="0" y="0"/>
            <a:chExt cx="7299770" cy="3697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99833" cy="3697351"/>
            </a:xfrm>
            <a:custGeom>
              <a:avLst/>
              <a:gdLst/>
              <a:ahLst/>
              <a:cxnLst/>
              <a:rect l="l" t="t" r="r" b="b"/>
              <a:pathLst>
                <a:path w="7299833" h="3697351">
                  <a:moveTo>
                    <a:pt x="3649853" y="0"/>
                  </a:moveTo>
                  <a:cubicBezTo>
                    <a:pt x="5665597" y="0"/>
                    <a:pt x="7299833" y="1634109"/>
                    <a:pt x="7299833" y="3649853"/>
                  </a:cubicBezTo>
                  <a:lnTo>
                    <a:pt x="7297420" y="3697351"/>
                  </a:lnTo>
                  <a:lnTo>
                    <a:pt x="2413" y="3697351"/>
                  </a:lnTo>
                  <a:lnTo>
                    <a:pt x="0" y="3649853"/>
                  </a:lnTo>
                  <a:cubicBezTo>
                    <a:pt x="0" y="1634109"/>
                    <a:pt x="1634109" y="0"/>
                    <a:pt x="3649853" y="0"/>
                  </a:cubicBezTo>
                  <a:close/>
                </a:path>
              </a:pathLst>
            </a:custGeom>
            <a:solidFill>
              <a:srgbClr val="0058E0">
                <a:alpha val="1764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60982" y="8898718"/>
            <a:ext cx="1094085" cy="392583"/>
            <a:chOff x="0" y="0"/>
            <a:chExt cx="1458780" cy="523444"/>
          </a:xfrm>
        </p:grpSpPr>
        <p:grpSp>
          <p:nvGrpSpPr>
            <p:cNvPr id="8" name="Group 8"/>
            <p:cNvGrpSpPr/>
            <p:nvPr/>
          </p:nvGrpSpPr>
          <p:grpSpPr>
            <a:xfrm>
              <a:off x="1347250" y="0"/>
              <a:ext cx="111529" cy="111529"/>
              <a:chOff x="0" y="0"/>
              <a:chExt cx="76264" cy="7626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77801" y="0"/>
              <a:ext cx="111529" cy="111529"/>
              <a:chOff x="0" y="0"/>
              <a:chExt cx="76264" cy="7626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08353" y="0"/>
              <a:ext cx="111529" cy="111529"/>
              <a:chOff x="0" y="0"/>
              <a:chExt cx="76264" cy="7626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69455" y="0"/>
              <a:ext cx="111529" cy="111529"/>
              <a:chOff x="0" y="0"/>
              <a:chExt cx="76264" cy="7626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11529" cy="111529"/>
              <a:chOff x="0" y="0"/>
              <a:chExt cx="76264" cy="7626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8904" y="0"/>
              <a:ext cx="111529" cy="111529"/>
              <a:chOff x="0" y="0"/>
              <a:chExt cx="76264" cy="762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347250" y="205957"/>
              <a:ext cx="111529" cy="111529"/>
              <a:chOff x="0" y="0"/>
              <a:chExt cx="76264" cy="7626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77801" y="205957"/>
              <a:ext cx="111529" cy="111529"/>
              <a:chOff x="0" y="0"/>
              <a:chExt cx="76264" cy="7626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08353" y="205957"/>
              <a:ext cx="111529" cy="111529"/>
              <a:chOff x="0" y="0"/>
              <a:chExt cx="76264" cy="7626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69455" y="205957"/>
              <a:ext cx="111529" cy="111529"/>
              <a:chOff x="0" y="0"/>
              <a:chExt cx="76264" cy="7626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205957"/>
              <a:ext cx="111529" cy="111529"/>
              <a:chOff x="0" y="0"/>
              <a:chExt cx="76264" cy="7626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8904" y="205957"/>
              <a:ext cx="111529" cy="111529"/>
              <a:chOff x="0" y="0"/>
              <a:chExt cx="76264" cy="7626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47250" y="411915"/>
              <a:ext cx="111529" cy="111529"/>
              <a:chOff x="0" y="0"/>
              <a:chExt cx="76264" cy="7626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77801" y="411915"/>
              <a:ext cx="111529" cy="111529"/>
              <a:chOff x="0" y="0"/>
              <a:chExt cx="76264" cy="7626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8353" y="411915"/>
              <a:ext cx="111529" cy="111529"/>
              <a:chOff x="0" y="0"/>
              <a:chExt cx="76264" cy="7626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69455" y="411915"/>
              <a:ext cx="111529" cy="111529"/>
              <a:chOff x="0" y="0"/>
              <a:chExt cx="76264" cy="7626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411915"/>
              <a:ext cx="111529" cy="111529"/>
              <a:chOff x="0" y="0"/>
              <a:chExt cx="76264" cy="7626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38904" y="411915"/>
              <a:ext cx="111529" cy="111529"/>
              <a:chOff x="0" y="0"/>
              <a:chExt cx="76264" cy="7626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7" name="AutoShape 47"/>
          <p:cNvSpPr/>
          <p:nvPr/>
        </p:nvSpPr>
        <p:spPr>
          <a:xfrm>
            <a:off x="1028700" y="2373550"/>
            <a:ext cx="6438900" cy="2"/>
          </a:xfrm>
          <a:prstGeom prst="line">
            <a:avLst/>
          </a:prstGeom>
          <a:ln w="28575" cap="rnd">
            <a:solidFill>
              <a:srgbClr val="0058E0"/>
            </a:solidFill>
            <a:prstDash val="solid"/>
            <a:headEnd type="oval" w="lg" len="lg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1035029" y="1432261"/>
            <a:ext cx="6447367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zh-CN" altLang="en-US" sz="5500" dirty="0">
                <a:solidFill>
                  <a:srgbClr val="005BAB"/>
                </a:solidFill>
                <a:ea typeface="字由点字典黑 65J" panose="00020600040101010101" charset="-122"/>
              </a:rPr>
              <a:t>初步结果</a:t>
            </a:r>
            <a:r>
              <a:rPr lang="en-US" altLang="zh-CN" sz="5500" dirty="0">
                <a:solidFill>
                  <a:srgbClr val="005BAB"/>
                </a:solidFill>
                <a:ea typeface="字由点字典黑 65J" panose="00020600040101010101" charset="-122"/>
              </a:rPr>
              <a:t>—</a:t>
            </a:r>
            <a:r>
              <a:rPr lang="zh-CN" altLang="en-US" sz="5500" dirty="0">
                <a:solidFill>
                  <a:srgbClr val="005BAB"/>
                </a:solidFill>
                <a:ea typeface="字由点字典黑 65J" panose="00020600040101010101" charset="-122"/>
              </a:rPr>
              <a:t>时间效率</a:t>
            </a:r>
            <a:endParaRPr lang="en-US" sz="55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grpSp>
        <p:nvGrpSpPr>
          <p:cNvPr id="105" name="Group 16">
            <a:extLst>
              <a:ext uri="{FF2B5EF4-FFF2-40B4-BE49-F238E27FC236}">
                <a16:creationId xmlns:a16="http://schemas.microsoft.com/office/drawing/2014/main" id="{999F153D-1E8B-8964-71E4-DFC9E87BF1BA}"/>
              </a:ext>
            </a:extLst>
          </p:cNvPr>
          <p:cNvGrpSpPr/>
          <p:nvPr/>
        </p:nvGrpSpPr>
        <p:grpSpPr>
          <a:xfrm>
            <a:off x="16714290" y="0"/>
            <a:ext cx="1573711" cy="1138224"/>
            <a:chOff x="0" y="0"/>
            <a:chExt cx="2098282" cy="1517632"/>
          </a:xfrm>
          <a:solidFill>
            <a:srgbClr val="005BAB">
              <a:alpha val="27000"/>
            </a:srgbClr>
          </a:solidFill>
        </p:grpSpPr>
        <p:sp>
          <p:nvSpPr>
            <p:cNvPr id="106" name="Freeform 17">
              <a:extLst>
                <a:ext uri="{FF2B5EF4-FFF2-40B4-BE49-F238E27FC236}">
                  <a16:creationId xmlns:a16="http://schemas.microsoft.com/office/drawing/2014/main" id="{A642A34D-094F-8B05-0DF8-97D4686B0FF4}"/>
                </a:ext>
              </a:extLst>
            </p:cNvPr>
            <p:cNvSpPr/>
            <p:nvPr/>
          </p:nvSpPr>
          <p:spPr>
            <a:xfrm>
              <a:off x="0" y="0"/>
              <a:ext cx="2098294" cy="1517650"/>
            </a:xfrm>
            <a:custGeom>
              <a:avLst/>
              <a:gdLst/>
              <a:ahLst/>
              <a:cxnLst/>
              <a:rect l="l" t="t" r="r" b="b"/>
              <a:pathLst>
                <a:path w="2098294" h="1517650">
                  <a:moveTo>
                    <a:pt x="0" y="0"/>
                  </a:moveTo>
                  <a:lnTo>
                    <a:pt x="2098294" y="0"/>
                  </a:lnTo>
                  <a:lnTo>
                    <a:pt x="2098294" y="1401445"/>
                  </a:lnTo>
                  <a:lnTo>
                    <a:pt x="1823466" y="1486789"/>
                  </a:lnTo>
                  <a:cubicBezTo>
                    <a:pt x="1724660" y="1506982"/>
                    <a:pt x="1622425" y="1517650"/>
                    <a:pt x="1517650" y="1517650"/>
                  </a:cubicBezTo>
                  <a:cubicBezTo>
                    <a:pt x="679450" y="1517650"/>
                    <a:pt x="0" y="838200"/>
                    <a:pt x="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7" name="图片 106">
            <a:extLst>
              <a:ext uri="{FF2B5EF4-FFF2-40B4-BE49-F238E27FC236}">
                <a16:creationId xmlns:a16="http://schemas.microsoft.com/office/drawing/2014/main" id="{4AFBF8B0-C363-33D8-0A76-7BDA2CA3A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2" y="198549"/>
            <a:ext cx="3202966" cy="677378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9249BEC9-31B4-456C-AAF7-F45D0072F6C1}"/>
              </a:ext>
            </a:extLst>
          </p:cNvPr>
          <p:cNvSpPr txBox="1"/>
          <p:nvPr/>
        </p:nvSpPr>
        <p:spPr>
          <a:xfrm>
            <a:off x="1020233" y="2628900"/>
            <a:ext cx="4326128" cy="22430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输入数据：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556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564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设备连接关系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</a:p>
        </p:txBody>
      </p:sp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7DCD06EC-1371-401F-9766-EDE53FF2F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973476"/>
              </p:ext>
            </p:extLst>
          </p:nvPr>
        </p:nvGraphicFramePr>
        <p:xfrm>
          <a:off x="4717105" y="2732055"/>
          <a:ext cx="12192000" cy="4026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537383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961279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5683637"/>
                    </a:ext>
                  </a:extLst>
                </a:gridCol>
              </a:tblGrid>
              <a:tr h="58264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实验环境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求解器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COPT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SCIP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076829"/>
                  </a:ext>
                </a:extLst>
              </a:tr>
              <a:tr h="17221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32*Intel Xeon 5</a:t>
                      </a:r>
                    </a:p>
                    <a:p>
                      <a:pPr algn="ctr"/>
                      <a:r>
                        <a:rPr lang="en-US" altLang="zh-CN" sz="3200" dirty="0"/>
                        <a:t>+128G</a:t>
                      </a:r>
                      <a:endParaRPr lang="zh-CN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60.33s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66.44s</a:t>
                      </a:r>
                      <a:endParaRPr lang="zh-CN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714282"/>
                  </a:ext>
                </a:extLst>
              </a:tr>
              <a:tr h="17221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/>
                        <a:t>1*Intel i7+16G</a:t>
                      </a:r>
                      <a:endParaRPr lang="zh-CN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96.43s</a:t>
                      </a:r>
                      <a:endParaRPr lang="zh-CN" altLang="en-US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dirty="0"/>
                        <a:t>120.68s</a:t>
                      </a:r>
                      <a:endParaRPr lang="zh-CN" altLang="en-US" sz="3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054286"/>
                  </a:ext>
                </a:extLst>
              </a:tr>
            </a:tbl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0CBBFF67-E7E6-478A-9AEB-014A99C1F3A5}"/>
              </a:ext>
            </a:extLst>
          </p:cNvPr>
          <p:cNvSpPr txBox="1"/>
          <p:nvPr/>
        </p:nvSpPr>
        <p:spPr>
          <a:xfrm>
            <a:off x="914400" y="7315274"/>
            <a:ext cx="1063836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32*Intel Xeon 5+128G+COPT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环境下，使用合成数据集进行实验：</a:t>
            </a:r>
          </a:p>
        </p:txBody>
      </p:sp>
      <p:graphicFrame>
        <p:nvGraphicFramePr>
          <p:cNvPr id="5" name="表格 43">
            <a:extLst>
              <a:ext uri="{FF2B5EF4-FFF2-40B4-BE49-F238E27FC236}">
                <a16:creationId xmlns:a16="http://schemas.microsoft.com/office/drawing/2014/main" id="{AE813809-C6A6-43F3-97FB-3A8F8BD75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378009"/>
              </p:ext>
            </p:extLst>
          </p:nvPr>
        </p:nvGraphicFramePr>
        <p:xfrm>
          <a:off x="1020233" y="8047346"/>
          <a:ext cx="132588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13311055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38212274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9178904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855144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数据集大小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1.5x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2.0x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2.5x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52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257.12s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1533.54s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&gt;10h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935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94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99647" y="8838890"/>
            <a:ext cx="2859044" cy="1448110"/>
            <a:chOff x="0" y="0"/>
            <a:chExt cx="7299770" cy="3697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99833" cy="3697351"/>
            </a:xfrm>
            <a:custGeom>
              <a:avLst/>
              <a:gdLst/>
              <a:ahLst/>
              <a:cxnLst/>
              <a:rect l="l" t="t" r="r" b="b"/>
              <a:pathLst>
                <a:path w="7299833" h="3697351">
                  <a:moveTo>
                    <a:pt x="3649853" y="0"/>
                  </a:moveTo>
                  <a:cubicBezTo>
                    <a:pt x="5665597" y="0"/>
                    <a:pt x="7299833" y="1634109"/>
                    <a:pt x="7299833" y="3649853"/>
                  </a:cubicBezTo>
                  <a:lnTo>
                    <a:pt x="7297420" y="3697351"/>
                  </a:lnTo>
                  <a:lnTo>
                    <a:pt x="2413" y="3697351"/>
                  </a:lnTo>
                  <a:lnTo>
                    <a:pt x="0" y="3649853"/>
                  </a:lnTo>
                  <a:cubicBezTo>
                    <a:pt x="0" y="1634109"/>
                    <a:pt x="1634109" y="0"/>
                    <a:pt x="3649853" y="0"/>
                  </a:cubicBezTo>
                  <a:close/>
                </a:path>
              </a:pathLst>
            </a:custGeom>
            <a:solidFill>
              <a:srgbClr val="0058E0">
                <a:alpha val="1764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AutoShape 47"/>
          <p:cNvSpPr/>
          <p:nvPr/>
        </p:nvSpPr>
        <p:spPr>
          <a:xfrm>
            <a:off x="1028700" y="2373550"/>
            <a:ext cx="6438900" cy="2"/>
          </a:xfrm>
          <a:prstGeom prst="line">
            <a:avLst/>
          </a:prstGeom>
          <a:ln w="28575" cap="rnd">
            <a:solidFill>
              <a:srgbClr val="0058E0"/>
            </a:solidFill>
            <a:prstDash val="solid"/>
            <a:headEnd type="oval" w="lg" len="lg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762000" y="1408799"/>
            <a:ext cx="7514167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zh-CN" altLang="en-US" sz="5500" b="1" dirty="0">
                <a:solidFill>
                  <a:srgbClr val="005BAB"/>
                </a:solidFill>
                <a:ea typeface="字由点字典黑 65J" panose="00020600040101010101" charset="-122"/>
              </a:rPr>
              <a:t>模型复杂度与时间效率</a:t>
            </a:r>
            <a:endParaRPr lang="en-US" sz="5500" b="1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grpSp>
        <p:nvGrpSpPr>
          <p:cNvPr id="105" name="Group 16">
            <a:extLst>
              <a:ext uri="{FF2B5EF4-FFF2-40B4-BE49-F238E27FC236}">
                <a16:creationId xmlns:a16="http://schemas.microsoft.com/office/drawing/2014/main" id="{999F153D-1E8B-8964-71E4-DFC9E87BF1BA}"/>
              </a:ext>
            </a:extLst>
          </p:cNvPr>
          <p:cNvGrpSpPr/>
          <p:nvPr/>
        </p:nvGrpSpPr>
        <p:grpSpPr>
          <a:xfrm>
            <a:off x="16714290" y="0"/>
            <a:ext cx="1573711" cy="1138224"/>
            <a:chOff x="0" y="0"/>
            <a:chExt cx="2098282" cy="1517632"/>
          </a:xfrm>
          <a:solidFill>
            <a:srgbClr val="005BAB">
              <a:alpha val="27000"/>
            </a:srgbClr>
          </a:solidFill>
        </p:grpSpPr>
        <p:sp>
          <p:nvSpPr>
            <p:cNvPr id="106" name="Freeform 17">
              <a:extLst>
                <a:ext uri="{FF2B5EF4-FFF2-40B4-BE49-F238E27FC236}">
                  <a16:creationId xmlns:a16="http://schemas.microsoft.com/office/drawing/2014/main" id="{A642A34D-094F-8B05-0DF8-97D4686B0FF4}"/>
                </a:ext>
              </a:extLst>
            </p:cNvPr>
            <p:cNvSpPr/>
            <p:nvPr/>
          </p:nvSpPr>
          <p:spPr>
            <a:xfrm>
              <a:off x="0" y="0"/>
              <a:ext cx="2098294" cy="1517650"/>
            </a:xfrm>
            <a:custGeom>
              <a:avLst/>
              <a:gdLst/>
              <a:ahLst/>
              <a:cxnLst/>
              <a:rect l="l" t="t" r="r" b="b"/>
              <a:pathLst>
                <a:path w="2098294" h="1517650">
                  <a:moveTo>
                    <a:pt x="0" y="0"/>
                  </a:moveTo>
                  <a:lnTo>
                    <a:pt x="2098294" y="0"/>
                  </a:lnTo>
                  <a:lnTo>
                    <a:pt x="2098294" y="1401445"/>
                  </a:lnTo>
                  <a:lnTo>
                    <a:pt x="1823466" y="1486789"/>
                  </a:lnTo>
                  <a:cubicBezTo>
                    <a:pt x="1724660" y="1506982"/>
                    <a:pt x="1622425" y="1517650"/>
                    <a:pt x="1517650" y="1517650"/>
                  </a:cubicBezTo>
                  <a:cubicBezTo>
                    <a:pt x="679450" y="1517650"/>
                    <a:pt x="0" y="838200"/>
                    <a:pt x="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7" name="图片 106">
            <a:extLst>
              <a:ext uri="{FF2B5EF4-FFF2-40B4-BE49-F238E27FC236}">
                <a16:creationId xmlns:a16="http://schemas.microsoft.com/office/drawing/2014/main" id="{4AFBF8B0-C363-33D8-0A76-7BDA2CA3A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2" y="198549"/>
            <a:ext cx="3202966" cy="677378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9249BEC9-31B4-456C-AAF7-F45D0072F6C1}"/>
              </a:ext>
            </a:extLst>
          </p:cNvPr>
          <p:cNvSpPr txBox="1"/>
          <p:nvPr/>
        </p:nvSpPr>
        <p:spPr>
          <a:xfrm>
            <a:off x="1028700" y="2610052"/>
            <a:ext cx="10020300" cy="7439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求解器性能瓶颈：待求解数学模型中的布尔变量数量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D48D893-467D-48E7-80D1-70B7B4C4D5EF}"/>
              </a:ext>
            </a:extLst>
          </p:cNvPr>
          <p:cNvSpPr txBox="1"/>
          <p:nvPr/>
        </p:nvSpPr>
        <p:spPr>
          <a:xfrm>
            <a:off x="1028700" y="3771900"/>
            <a:ext cx="1633644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设中心边数量为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，最大层数为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，节点对数量为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，当前模型中布尔变量数量为：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E*K + K*P + 2*E*P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（二次复杂度）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9B7BAE5-789A-49FB-BE04-3F76C419B25B}"/>
              </a:ext>
            </a:extLst>
          </p:cNvPr>
          <p:cNvSpPr txBox="1"/>
          <p:nvPr/>
        </p:nvSpPr>
        <p:spPr>
          <a:xfrm>
            <a:off x="1028701" y="4598318"/>
            <a:ext cx="15582900" cy="5810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理论上模型复杂度与布尔变量数量成指数关系，但实际上由于模型具体结构不同，不严格遵守指数关系。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89B0B81-29B4-4CA9-8EDE-D81DE826C583}"/>
              </a:ext>
            </a:extLst>
          </p:cNvPr>
          <p:cNvSpPr txBox="1"/>
          <p:nvPr/>
        </p:nvSpPr>
        <p:spPr>
          <a:xfrm>
            <a:off x="1028701" y="5742864"/>
            <a:ext cx="15582900" cy="11350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一般来说，以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小时为求解合理时间的上限，实验发现，在预求解之后，目前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最先进求解器</a:t>
            </a:r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COPT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能接受的布尔变量阈值约为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左右，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主流开源求解器</a:t>
            </a:r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SCIP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能接受的布尔变量阈值约为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左右。</a:t>
            </a:r>
          </a:p>
        </p:txBody>
      </p:sp>
    </p:spTree>
    <p:extLst>
      <p:ext uri="{BB962C8B-B14F-4D97-AF65-F5344CB8AC3E}">
        <p14:creationId xmlns:p14="http://schemas.microsoft.com/office/powerpoint/2010/main" val="3303087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99647" y="8838890"/>
            <a:ext cx="2859044" cy="1448110"/>
            <a:chOff x="0" y="0"/>
            <a:chExt cx="7299770" cy="3697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99833" cy="3697351"/>
            </a:xfrm>
            <a:custGeom>
              <a:avLst/>
              <a:gdLst/>
              <a:ahLst/>
              <a:cxnLst/>
              <a:rect l="l" t="t" r="r" b="b"/>
              <a:pathLst>
                <a:path w="7299833" h="3697351">
                  <a:moveTo>
                    <a:pt x="3649853" y="0"/>
                  </a:moveTo>
                  <a:cubicBezTo>
                    <a:pt x="5665597" y="0"/>
                    <a:pt x="7299833" y="1634109"/>
                    <a:pt x="7299833" y="3649853"/>
                  </a:cubicBezTo>
                  <a:lnTo>
                    <a:pt x="7297420" y="3697351"/>
                  </a:lnTo>
                  <a:lnTo>
                    <a:pt x="2413" y="3697351"/>
                  </a:lnTo>
                  <a:lnTo>
                    <a:pt x="0" y="3649853"/>
                  </a:lnTo>
                  <a:cubicBezTo>
                    <a:pt x="0" y="1634109"/>
                    <a:pt x="1634109" y="0"/>
                    <a:pt x="3649853" y="0"/>
                  </a:cubicBezTo>
                  <a:close/>
                </a:path>
              </a:pathLst>
            </a:custGeom>
            <a:solidFill>
              <a:srgbClr val="0058E0">
                <a:alpha val="1764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6">
            <a:extLst>
              <a:ext uri="{FF2B5EF4-FFF2-40B4-BE49-F238E27FC236}">
                <a16:creationId xmlns:a16="http://schemas.microsoft.com/office/drawing/2014/main" id="{999F153D-1E8B-8964-71E4-DFC9E87BF1BA}"/>
              </a:ext>
            </a:extLst>
          </p:cNvPr>
          <p:cNvGrpSpPr/>
          <p:nvPr/>
        </p:nvGrpSpPr>
        <p:grpSpPr>
          <a:xfrm>
            <a:off x="16714290" y="0"/>
            <a:ext cx="1573711" cy="1138224"/>
            <a:chOff x="0" y="0"/>
            <a:chExt cx="2098282" cy="1517632"/>
          </a:xfrm>
          <a:solidFill>
            <a:srgbClr val="005BAB">
              <a:alpha val="27000"/>
            </a:srgbClr>
          </a:solidFill>
        </p:grpSpPr>
        <p:sp>
          <p:nvSpPr>
            <p:cNvPr id="106" name="Freeform 17">
              <a:extLst>
                <a:ext uri="{FF2B5EF4-FFF2-40B4-BE49-F238E27FC236}">
                  <a16:creationId xmlns:a16="http://schemas.microsoft.com/office/drawing/2014/main" id="{A642A34D-094F-8B05-0DF8-97D4686B0FF4}"/>
                </a:ext>
              </a:extLst>
            </p:cNvPr>
            <p:cNvSpPr/>
            <p:nvPr/>
          </p:nvSpPr>
          <p:spPr>
            <a:xfrm>
              <a:off x="0" y="0"/>
              <a:ext cx="2098294" cy="1517650"/>
            </a:xfrm>
            <a:custGeom>
              <a:avLst/>
              <a:gdLst/>
              <a:ahLst/>
              <a:cxnLst/>
              <a:rect l="l" t="t" r="r" b="b"/>
              <a:pathLst>
                <a:path w="2098294" h="1517650">
                  <a:moveTo>
                    <a:pt x="0" y="0"/>
                  </a:moveTo>
                  <a:lnTo>
                    <a:pt x="2098294" y="0"/>
                  </a:lnTo>
                  <a:lnTo>
                    <a:pt x="2098294" y="1401445"/>
                  </a:lnTo>
                  <a:lnTo>
                    <a:pt x="1823466" y="1486789"/>
                  </a:lnTo>
                  <a:cubicBezTo>
                    <a:pt x="1724660" y="1506982"/>
                    <a:pt x="1622425" y="1517650"/>
                    <a:pt x="1517650" y="1517650"/>
                  </a:cubicBezTo>
                  <a:cubicBezTo>
                    <a:pt x="679450" y="1517650"/>
                    <a:pt x="0" y="838200"/>
                    <a:pt x="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7" name="图片 106">
            <a:extLst>
              <a:ext uri="{FF2B5EF4-FFF2-40B4-BE49-F238E27FC236}">
                <a16:creationId xmlns:a16="http://schemas.microsoft.com/office/drawing/2014/main" id="{4AFBF8B0-C363-33D8-0A76-7BDA2CA3A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2" y="198549"/>
            <a:ext cx="3202966" cy="677378"/>
          </a:xfrm>
          <a:prstGeom prst="rect">
            <a:avLst/>
          </a:prstGeom>
        </p:spPr>
      </p:pic>
      <p:grpSp>
        <p:nvGrpSpPr>
          <p:cNvPr id="11" name="Group 7">
            <a:extLst>
              <a:ext uri="{FF2B5EF4-FFF2-40B4-BE49-F238E27FC236}">
                <a16:creationId xmlns:a16="http://schemas.microsoft.com/office/drawing/2014/main" id="{CD8AB6B1-ACFF-4DF3-8101-3175FE1BC0EA}"/>
              </a:ext>
            </a:extLst>
          </p:cNvPr>
          <p:cNvGrpSpPr/>
          <p:nvPr/>
        </p:nvGrpSpPr>
        <p:grpSpPr>
          <a:xfrm>
            <a:off x="16146682" y="5887988"/>
            <a:ext cx="1094085" cy="663544"/>
            <a:chOff x="0" y="0"/>
            <a:chExt cx="1458780" cy="523444"/>
          </a:xfrm>
        </p:grpSpPr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EF6FA1C0-9F67-4279-AFA3-95E3623291EA}"/>
                </a:ext>
              </a:extLst>
            </p:cNvPr>
            <p:cNvGrpSpPr/>
            <p:nvPr/>
          </p:nvGrpSpPr>
          <p:grpSpPr>
            <a:xfrm>
              <a:off x="1347250" y="0"/>
              <a:ext cx="111529" cy="111529"/>
              <a:chOff x="0" y="0"/>
              <a:chExt cx="76264" cy="76264"/>
            </a:xfrm>
          </p:grpSpPr>
          <p:sp>
            <p:nvSpPr>
              <p:cNvPr id="49" name="Freeform 9">
                <a:extLst>
                  <a:ext uri="{FF2B5EF4-FFF2-40B4-BE49-F238E27FC236}">
                    <a16:creationId xmlns:a16="http://schemas.microsoft.com/office/drawing/2014/main" id="{09411ABF-3B06-4CDB-A3BE-17B551E13CDE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6249132F-BEE8-4766-BD2A-ADE766DCAB24}"/>
                </a:ext>
              </a:extLst>
            </p:cNvPr>
            <p:cNvGrpSpPr/>
            <p:nvPr/>
          </p:nvGrpSpPr>
          <p:grpSpPr>
            <a:xfrm>
              <a:off x="1077801" y="0"/>
              <a:ext cx="111529" cy="111529"/>
              <a:chOff x="0" y="0"/>
              <a:chExt cx="76264" cy="76264"/>
            </a:xfrm>
          </p:grpSpPr>
          <p:sp>
            <p:nvSpPr>
              <p:cNvPr id="46" name="Freeform 11">
                <a:extLst>
                  <a:ext uri="{FF2B5EF4-FFF2-40B4-BE49-F238E27FC236}">
                    <a16:creationId xmlns:a16="http://schemas.microsoft.com/office/drawing/2014/main" id="{489C1EA1-3507-43A3-A17D-EB374DC92519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341DD9A3-2A11-42B2-983E-5DB71F9FC500}"/>
                </a:ext>
              </a:extLst>
            </p:cNvPr>
            <p:cNvGrpSpPr/>
            <p:nvPr/>
          </p:nvGrpSpPr>
          <p:grpSpPr>
            <a:xfrm>
              <a:off x="808353" y="0"/>
              <a:ext cx="111529" cy="111529"/>
              <a:chOff x="0" y="0"/>
              <a:chExt cx="76264" cy="76264"/>
            </a:xfrm>
          </p:grpSpPr>
          <p:sp>
            <p:nvSpPr>
              <p:cNvPr id="45" name="Freeform 13">
                <a:extLst>
                  <a:ext uri="{FF2B5EF4-FFF2-40B4-BE49-F238E27FC236}">
                    <a16:creationId xmlns:a16="http://schemas.microsoft.com/office/drawing/2014/main" id="{20A1D3E0-E6C2-40A3-B5CD-686B03F6FE92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C7E3F43-6032-469E-B7D7-440B43311DE2}"/>
                </a:ext>
              </a:extLst>
            </p:cNvPr>
            <p:cNvGrpSpPr/>
            <p:nvPr/>
          </p:nvGrpSpPr>
          <p:grpSpPr>
            <a:xfrm>
              <a:off x="269455" y="0"/>
              <a:ext cx="111529" cy="111529"/>
              <a:chOff x="0" y="0"/>
              <a:chExt cx="76264" cy="76264"/>
            </a:xfrm>
          </p:grpSpPr>
          <p:sp>
            <p:nvSpPr>
              <p:cNvPr id="44" name="Freeform 15">
                <a:extLst>
                  <a:ext uri="{FF2B5EF4-FFF2-40B4-BE49-F238E27FC236}">
                    <a16:creationId xmlns:a16="http://schemas.microsoft.com/office/drawing/2014/main" id="{65CE361D-D1F8-4EE9-BB15-8FD13A788336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DD25676E-6FC0-4865-8D77-E084F2526F74}"/>
                </a:ext>
              </a:extLst>
            </p:cNvPr>
            <p:cNvGrpSpPr/>
            <p:nvPr/>
          </p:nvGrpSpPr>
          <p:grpSpPr>
            <a:xfrm>
              <a:off x="0" y="0"/>
              <a:ext cx="111529" cy="111529"/>
              <a:chOff x="0" y="0"/>
              <a:chExt cx="76264" cy="76264"/>
            </a:xfrm>
          </p:grpSpPr>
          <p:sp>
            <p:nvSpPr>
              <p:cNvPr id="43" name="Freeform 17">
                <a:extLst>
                  <a:ext uri="{FF2B5EF4-FFF2-40B4-BE49-F238E27FC236}">
                    <a16:creationId xmlns:a16="http://schemas.microsoft.com/office/drawing/2014/main" id="{717F7B50-9B35-48E4-9B86-922EA2C72C04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oup 18">
              <a:extLst>
                <a:ext uri="{FF2B5EF4-FFF2-40B4-BE49-F238E27FC236}">
                  <a16:creationId xmlns:a16="http://schemas.microsoft.com/office/drawing/2014/main" id="{172664D9-6E73-451B-BEA4-00FC3A65B490}"/>
                </a:ext>
              </a:extLst>
            </p:cNvPr>
            <p:cNvGrpSpPr/>
            <p:nvPr/>
          </p:nvGrpSpPr>
          <p:grpSpPr>
            <a:xfrm>
              <a:off x="538904" y="0"/>
              <a:ext cx="111529" cy="111529"/>
              <a:chOff x="0" y="0"/>
              <a:chExt cx="76264" cy="76264"/>
            </a:xfrm>
          </p:grpSpPr>
          <p:sp>
            <p:nvSpPr>
              <p:cNvPr id="42" name="Freeform 19">
                <a:extLst>
                  <a:ext uri="{FF2B5EF4-FFF2-40B4-BE49-F238E27FC236}">
                    <a16:creationId xmlns:a16="http://schemas.microsoft.com/office/drawing/2014/main" id="{2AED2012-C8E5-4A6D-B71F-544EF7F8D43C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50D30AC8-132A-4AB4-9375-B6EEB063ED17}"/>
                </a:ext>
              </a:extLst>
            </p:cNvPr>
            <p:cNvGrpSpPr/>
            <p:nvPr/>
          </p:nvGrpSpPr>
          <p:grpSpPr>
            <a:xfrm>
              <a:off x="1347250" y="205957"/>
              <a:ext cx="111529" cy="111529"/>
              <a:chOff x="0" y="0"/>
              <a:chExt cx="76264" cy="76264"/>
            </a:xfrm>
          </p:grpSpPr>
          <p:sp>
            <p:nvSpPr>
              <p:cNvPr id="41" name="Freeform 21">
                <a:extLst>
                  <a:ext uri="{FF2B5EF4-FFF2-40B4-BE49-F238E27FC236}">
                    <a16:creationId xmlns:a16="http://schemas.microsoft.com/office/drawing/2014/main" id="{6E82DADA-B842-4F61-BFF9-A3D948B333CE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oup 22">
              <a:extLst>
                <a:ext uri="{FF2B5EF4-FFF2-40B4-BE49-F238E27FC236}">
                  <a16:creationId xmlns:a16="http://schemas.microsoft.com/office/drawing/2014/main" id="{A3A73063-B261-4019-AB12-37D4FDF81E91}"/>
                </a:ext>
              </a:extLst>
            </p:cNvPr>
            <p:cNvGrpSpPr/>
            <p:nvPr/>
          </p:nvGrpSpPr>
          <p:grpSpPr>
            <a:xfrm>
              <a:off x="1077801" y="205957"/>
              <a:ext cx="111529" cy="111529"/>
              <a:chOff x="0" y="0"/>
              <a:chExt cx="76264" cy="76264"/>
            </a:xfrm>
          </p:grpSpPr>
          <p:sp>
            <p:nvSpPr>
              <p:cNvPr id="40" name="Freeform 23">
                <a:extLst>
                  <a:ext uri="{FF2B5EF4-FFF2-40B4-BE49-F238E27FC236}">
                    <a16:creationId xmlns:a16="http://schemas.microsoft.com/office/drawing/2014/main" id="{E7B8B05C-F551-4FBB-B65F-EB630F6CFC3A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4">
              <a:extLst>
                <a:ext uri="{FF2B5EF4-FFF2-40B4-BE49-F238E27FC236}">
                  <a16:creationId xmlns:a16="http://schemas.microsoft.com/office/drawing/2014/main" id="{CE7F9006-B050-426E-9538-B44FA26E6BD4}"/>
                </a:ext>
              </a:extLst>
            </p:cNvPr>
            <p:cNvGrpSpPr/>
            <p:nvPr/>
          </p:nvGrpSpPr>
          <p:grpSpPr>
            <a:xfrm>
              <a:off x="808353" y="205957"/>
              <a:ext cx="111529" cy="111529"/>
              <a:chOff x="0" y="0"/>
              <a:chExt cx="76264" cy="76264"/>
            </a:xfrm>
          </p:grpSpPr>
          <p:sp>
            <p:nvSpPr>
              <p:cNvPr id="39" name="Freeform 25">
                <a:extLst>
                  <a:ext uri="{FF2B5EF4-FFF2-40B4-BE49-F238E27FC236}">
                    <a16:creationId xmlns:a16="http://schemas.microsoft.com/office/drawing/2014/main" id="{BD7BE746-756E-4C76-A364-353F6FB476DD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" name="Group 26">
              <a:extLst>
                <a:ext uri="{FF2B5EF4-FFF2-40B4-BE49-F238E27FC236}">
                  <a16:creationId xmlns:a16="http://schemas.microsoft.com/office/drawing/2014/main" id="{FB232C74-8857-48C2-A7F0-95DF18FFB30E}"/>
                </a:ext>
              </a:extLst>
            </p:cNvPr>
            <p:cNvGrpSpPr/>
            <p:nvPr/>
          </p:nvGrpSpPr>
          <p:grpSpPr>
            <a:xfrm>
              <a:off x="269455" y="205957"/>
              <a:ext cx="111529" cy="111529"/>
              <a:chOff x="0" y="0"/>
              <a:chExt cx="76264" cy="76264"/>
            </a:xfrm>
          </p:grpSpPr>
          <p:sp>
            <p:nvSpPr>
              <p:cNvPr id="38" name="Freeform 27">
                <a:extLst>
                  <a:ext uri="{FF2B5EF4-FFF2-40B4-BE49-F238E27FC236}">
                    <a16:creationId xmlns:a16="http://schemas.microsoft.com/office/drawing/2014/main" id="{FA95180E-553E-418D-AF7B-6A2B3F5CC57D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8">
              <a:extLst>
                <a:ext uri="{FF2B5EF4-FFF2-40B4-BE49-F238E27FC236}">
                  <a16:creationId xmlns:a16="http://schemas.microsoft.com/office/drawing/2014/main" id="{700C8BAA-7743-49A4-9898-24520D5C1824}"/>
                </a:ext>
              </a:extLst>
            </p:cNvPr>
            <p:cNvGrpSpPr/>
            <p:nvPr/>
          </p:nvGrpSpPr>
          <p:grpSpPr>
            <a:xfrm>
              <a:off x="0" y="205957"/>
              <a:ext cx="111529" cy="111529"/>
              <a:chOff x="0" y="0"/>
              <a:chExt cx="76264" cy="76264"/>
            </a:xfrm>
          </p:grpSpPr>
          <p:sp>
            <p:nvSpPr>
              <p:cNvPr id="37" name="Freeform 29">
                <a:extLst>
                  <a:ext uri="{FF2B5EF4-FFF2-40B4-BE49-F238E27FC236}">
                    <a16:creationId xmlns:a16="http://schemas.microsoft.com/office/drawing/2014/main" id="{752E1A71-E743-4E40-AF53-49B04947FD4D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oup 30">
              <a:extLst>
                <a:ext uri="{FF2B5EF4-FFF2-40B4-BE49-F238E27FC236}">
                  <a16:creationId xmlns:a16="http://schemas.microsoft.com/office/drawing/2014/main" id="{681E6DE5-FBDA-49A9-BDF6-11770BCFCAFD}"/>
                </a:ext>
              </a:extLst>
            </p:cNvPr>
            <p:cNvGrpSpPr/>
            <p:nvPr/>
          </p:nvGrpSpPr>
          <p:grpSpPr>
            <a:xfrm>
              <a:off x="538904" y="205957"/>
              <a:ext cx="111529" cy="111529"/>
              <a:chOff x="0" y="0"/>
              <a:chExt cx="76264" cy="76264"/>
            </a:xfrm>
          </p:grpSpPr>
          <p:sp>
            <p:nvSpPr>
              <p:cNvPr id="36" name="Freeform 31">
                <a:extLst>
                  <a:ext uri="{FF2B5EF4-FFF2-40B4-BE49-F238E27FC236}">
                    <a16:creationId xmlns:a16="http://schemas.microsoft.com/office/drawing/2014/main" id="{76D5874A-9E1B-49BD-92D7-65412D2030DA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32">
              <a:extLst>
                <a:ext uri="{FF2B5EF4-FFF2-40B4-BE49-F238E27FC236}">
                  <a16:creationId xmlns:a16="http://schemas.microsoft.com/office/drawing/2014/main" id="{FCFE5D2D-DF6E-478D-A211-FE96ACC1C4C6}"/>
                </a:ext>
              </a:extLst>
            </p:cNvPr>
            <p:cNvGrpSpPr/>
            <p:nvPr/>
          </p:nvGrpSpPr>
          <p:grpSpPr>
            <a:xfrm>
              <a:off x="1347250" y="411915"/>
              <a:ext cx="111529" cy="111529"/>
              <a:chOff x="0" y="0"/>
              <a:chExt cx="76264" cy="76264"/>
            </a:xfrm>
          </p:grpSpPr>
          <p:sp>
            <p:nvSpPr>
              <p:cNvPr id="35" name="Freeform 33">
                <a:extLst>
                  <a:ext uri="{FF2B5EF4-FFF2-40B4-BE49-F238E27FC236}">
                    <a16:creationId xmlns:a16="http://schemas.microsoft.com/office/drawing/2014/main" id="{16B4993B-FD3D-4C69-BD71-9CE1EE64C935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34">
              <a:extLst>
                <a:ext uri="{FF2B5EF4-FFF2-40B4-BE49-F238E27FC236}">
                  <a16:creationId xmlns:a16="http://schemas.microsoft.com/office/drawing/2014/main" id="{C98A14D9-F865-4CE7-8B9D-53A1B300BC96}"/>
                </a:ext>
              </a:extLst>
            </p:cNvPr>
            <p:cNvGrpSpPr/>
            <p:nvPr/>
          </p:nvGrpSpPr>
          <p:grpSpPr>
            <a:xfrm>
              <a:off x="1077801" y="411915"/>
              <a:ext cx="111529" cy="111529"/>
              <a:chOff x="0" y="0"/>
              <a:chExt cx="76264" cy="76264"/>
            </a:xfrm>
          </p:grpSpPr>
          <p:sp>
            <p:nvSpPr>
              <p:cNvPr id="34" name="Freeform 35">
                <a:extLst>
                  <a:ext uri="{FF2B5EF4-FFF2-40B4-BE49-F238E27FC236}">
                    <a16:creationId xmlns:a16="http://schemas.microsoft.com/office/drawing/2014/main" id="{F0A5F867-AABD-415A-937C-F3307E5C321F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36">
              <a:extLst>
                <a:ext uri="{FF2B5EF4-FFF2-40B4-BE49-F238E27FC236}">
                  <a16:creationId xmlns:a16="http://schemas.microsoft.com/office/drawing/2014/main" id="{8B4B799D-4EF1-483E-975D-ADBB361B751D}"/>
                </a:ext>
              </a:extLst>
            </p:cNvPr>
            <p:cNvGrpSpPr/>
            <p:nvPr/>
          </p:nvGrpSpPr>
          <p:grpSpPr>
            <a:xfrm>
              <a:off x="808353" y="411915"/>
              <a:ext cx="111529" cy="111529"/>
              <a:chOff x="0" y="0"/>
              <a:chExt cx="76264" cy="76264"/>
            </a:xfrm>
          </p:grpSpPr>
          <p:sp>
            <p:nvSpPr>
              <p:cNvPr id="33" name="Freeform 37">
                <a:extLst>
                  <a:ext uri="{FF2B5EF4-FFF2-40B4-BE49-F238E27FC236}">
                    <a16:creationId xmlns:a16="http://schemas.microsoft.com/office/drawing/2014/main" id="{64E18CB3-BE64-46C0-B536-F272D4DE9933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38">
              <a:extLst>
                <a:ext uri="{FF2B5EF4-FFF2-40B4-BE49-F238E27FC236}">
                  <a16:creationId xmlns:a16="http://schemas.microsoft.com/office/drawing/2014/main" id="{1ED15326-BBB8-4B9F-BECB-427253BB1CC2}"/>
                </a:ext>
              </a:extLst>
            </p:cNvPr>
            <p:cNvGrpSpPr/>
            <p:nvPr/>
          </p:nvGrpSpPr>
          <p:grpSpPr>
            <a:xfrm>
              <a:off x="269455" y="411915"/>
              <a:ext cx="111529" cy="111529"/>
              <a:chOff x="0" y="0"/>
              <a:chExt cx="76264" cy="76264"/>
            </a:xfrm>
          </p:grpSpPr>
          <p:sp>
            <p:nvSpPr>
              <p:cNvPr id="32" name="Freeform 39">
                <a:extLst>
                  <a:ext uri="{FF2B5EF4-FFF2-40B4-BE49-F238E27FC236}">
                    <a16:creationId xmlns:a16="http://schemas.microsoft.com/office/drawing/2014/main" id="{D1666F10-640F-4A3C-BFAF-35FE2FDC20D4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40">
              <a:extLst>
                <a:ext uri="{FF2B5EF4-FFF2-40B4-BE49-F238E27FC236}">
                  <a16:creationId xmlns:a16="http://schemas.microsoft.com/office/drawing/2014/main" id="{6774E0CA-5643-4D75-B195-3426FA97AC14}"/>
                </a:ext>
              </a:extLst>
            </p:cNvPr>
            <p:cNvGrpSpPr/>
            <p:nvPr/>
          </p:nvGrpSpPr>
          <p:grpSpPr>
            <a:xfrm>
              <a:off x="0" y="411915"/>
              <a:ext cx="111529" cy="111529"/>
              <a:chOff x="0" y="0"/>
              <a:chExt cx="76264" cy="76264"/>
            </a:xfrm>
          </p:grpSpPr>
          <p:sp>
            <p:nvSpPr>
              <p:cNvPr id="31" name="Freeform 41">
                <a:extLst>
                  <a:ext uri="{FF2B5EF4-FFF2-40B4-BE49-F238E27FC236}">
                    <a16:creationId xmlns:a16="http://schemas.microsoft.com/office/drawing/2014/main" id="{4A39564B-322A-4F7E-9DE1-00E70A584163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oup 42">
              <a:extLst>
                <a:ext uri="{FF2B5EF4-FFF2-40B4-BE49-F238E27FC236}">
                  <a16:creationId xmlns:a16="http://schemas.microsoft.com/office/drawing/2014/main" id="{D676BF1E-B066-44CC-B523-0CC733DC7064}"/>
                </a:ext>
              </a:extLst>
            </p:cNvPr>
            <p:cNvGrpSpPr/>
            <p:nvPr/>
          </p:nvGrpSpPr>
          <p:grpSpPr>
            <a:xfrm>
              <a:off x="538904" y="411915"/>
              <a:ext cx="111529" cy="111529"/>
              <a:chOff x="0" y="0"/>
              <a:chExt cx="76264" cy="76264"/>
            </a:xfrm>
          </p:grpSpPr>
          <p:sp>
            <p:nvSpPr>
              <p:cNvPr id="30" name="Freeform 43">
                <a:extLst>
                  <a:ext uri="{FF2B5EF4-FFF2-40B4-BE49-F238E27FC236}">
                    <a16:creationId xmlns:a16="http://schemas.microsoft.com/office/drawing/2014/main" id="{669151C4-4BAC-430C-988C-739D3916293B}"/>
                  </a:ext>
                </a:extLst>
              </p:cNvPr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50" name="表格 4">
            <a:extLst>
              <a:ext uri="{FF2B5EF4-FFF2-40B4-BE49-F238E27FC236}">
                <a16:creationId xmlns:a16="http://schemas.microsoft.com/office/drawing/2014/main" id="{C42C7C81-6866-424B-AEDC-77A73F1F1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250310"/>
              </p:ext>
            </p:extLst>
          </p:nvPr>
        </p:nvGraphicFramePr>
        <p:xfrm>
          <a:off x="683630" y="1599370"/>
          <a:ext cx="16557206" cy="800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3490">
                  <a:extLst>
                    <a:ext uri="{9D8B030D-6E8A-4147-A177-3AD203B41FA5}">
                      <a16:colId xmlns:a16="http://schemas.microsoft.com/office/drawing/2014/main" val="953738387"/>
                    </a:ext>
                  </a:extLst>
                </a:gridCol>
                <a:gridCol w="2333953">
                  <a:extLst>
                    <a:ext uri="{9D8B030D-6E8A-4147-A177-3AD203B41FA5}">
                      <a16:colId xmlns:a16="http://schemas.microsoft.com/office/drawing/2014/main" val="596127985"/>
                    </a:ext>
                  </a:extLst>
                </a:gridCol>
                <a:gridCol w="2333952">
                  <a:extLst>
                    <a:ext uri="{9D8B030D-6E8A-4147-A177-3AD203B41FA5}">
                      <a16:colId xmlns:a16="http://schemas.microsoft.com/office/drawing/2014/main" val="2006822145"/>
                    </a:ext>
                  </a:extLst>
                </a:gridCol>
                <a:gridCol w="2333953">
                  <a:extLst>
                    <a:ext uri="{9D8B030D-6E8A-4147-A177-3AD203B41FA5}">
                      <a16:colId xmlns:a16="http://schemas.microsoft.com/office/drawing/2014/main" val="2062460061"/>
                    </a:ext>
                  </a:extLst>
                </a:gridCol>
                <a:gridCol w="2333953">
                  <a:extLst>
                    <a:ext uri="{9D8B030D-6E8A-4147-A177-3AD203B41FA5}">
                      <a16:colId xmlns:a16="http://schemas.microsoft.com/office/drawing/2014/main" val="105683637"/>
                    </a:ext>
                  </a:extLst>
                </a:gridCol>
                <a:gridCol w="2333952">
                  <a:extLst>
                    <a:ext uri="{9D8B030D-6E8A-4147-A177-3AD203B41FA5}">
                      <a16:colId xmlns:a16="http://schemas.microsoft.com/office/drawing/2014/main" val="3246773910"/>
                    </a:ext>
                  </a:extLst>
                </a:gridCol>
                <a:gridCol w="2333953">
                  <a:extLst>
                    <a:ext uri="{9D8B030D-6E8A-4147-A177-3AD203B41FA5}">
                      <a16:colId xmlns:a16="http://schemas.microsoft.com/office/drawing/2014/main" val="705178645"/>
                    </a:ext>
                  </a:extLst>
                </a:gridCol>
              </a:tblGrid>
              <a:tr h="39554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实验数据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COPT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SCIP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076829"/>
                  </a:ext>
                </a:extLst>
              </a:tr>
              <a:tr h="64725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原问题</a:t>
                      </a:r>
                      <a:endParaRPr lang="en-US" altLang="zh-C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binary</a:t>
                      </a: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预求解后</a:t>
                      </a:r>
                      <a:endParaRPr lang="en-US" altLang="zh-C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binary</a:t>
                      </a: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求解时间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原问题</a:t>
                      </a:r>
                      <a:endParaRPr lang="en-US" altLang="zh-C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binary</a:t>
                      </a: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预求解后</a:t>
                      </a:r>
                      <a:endParaRPr lang="en-US" altLang="zh-C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binary</a:t>
                      </a: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求解时间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60413"/>
                  </a:ext>
                </a:extLst>
              </a:tr>
              <a:tr h="8992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E=160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K=202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P=3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33886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13099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60.33s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33886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13213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66.44s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714282"/>
                  </a:ext>
                </a:extLst>
              </a:tr>
              <a:tr h="8992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E=150</a:t>
                      </a:r>
                    </a:p>
                    <a:p>
                      <a:pPr algn="ctr"/>
                      <a:r>
                        <a:rPr lang="en-US" altLang="zh-CN" sz="2400" dirty="0"/>
                        <a:t>K=181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P=4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29074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20811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465s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29074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20923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22047.45s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960475"/>
                  </a:ext>
                </a:extLst>
              </a:tr>
              <a:tr h="117589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E=270</a:t>
                      </a:r>
                    </a:p>
                    <a:p>
                      <a:pPr algn="ctr"/>
                      <a:r>
                        <a:rPr lang="en-US" altLang="zh-CN" sz="2400" dirty="0"/>
                        <a:t>K=200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P=4</a:t>
                      </a:r>
                      <a:endParaRPr lang="zh-CN" altLang="en-US" sz="2400" dirty="0"/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/>
                        <a:t>（合成数据集）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56960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50899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1196s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999143"/>
                  </a:ext>
                </a:extLst>
              </a:tr>
              <a:tr h="117589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E=337</a:t>
                      </a:r>
                    </a:p>
                    <a:p>
                      <a:pPr algn="ctr"/>
                      <a:r>
                        <a:rPr lang="en-US" altLang="zh-CN" sz="2400" dirty="0"/>
                        <a:t>K=200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P=3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/>
                        <a:t>（合成数据集）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70022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67812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无法在合理时间内求解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562242"/>
                  </a:ext>
                </a:extLst>
              </a:tr>
              <a:tr h="9349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E=549</a:t>
                      </a:r>
                    </a:p>
                    <a:p>
                      <a:pPr algn="ctr"/>
                      <a:r>
                        <a:rPr lang="en-US" altLang="zh-CN" sz="2400" dirty="0"/>
                        <a:t>K=194</a:t>
                      </a:r>
                    </a:p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P=4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111674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100229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无法在合理时间内求解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054286"/>
                  </a:ext>
                </a:extLst>
              </a:tr>
            </a:tbl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92A2AB89-9FE4-47AF-B527-948BFA6C1431}"/>
              </a:ext>
            </a:extLst>
          </p:cNvPr>
          <p:cNvSpPr txBox="1"/>
          <p:nvPr/>
        </p:nvSpPr>
        <p:spPr>
          <a:xfrm>
            <a:off x="914400" y="1028700"/>
            <a:ext cx="125349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下表为在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32*Intel Xeon 5+128G+COPT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环境中，纯求解器方法下的详细实验结果：</a:t>
            </a:r>
          </a:p>
        </p:txBody>
      </p:sp>
    </p:spTree>
    <p:extLst>
      <p:ext uri="{BB962C8B-B14F-4D97-AF65-F5344CB8AC3E}">
        <p14:creationId xmlns:p14="http://schemas.microsoft.com/office/powerpoint/2010/main" val="329437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499647" y="8838890"/>
            <a:ext cx="2859044" cy="1448110"/>
            <a:chOff x="0" y="0"/>
            <a:chExt cx="7299770" cy="3697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99833" cy="3697351"/>
            </a:xfrm>
            <a:custGeom>
              <a:avLst/>
              <a:gdLst/>
              <a:ahLst/>
              <a:cxnLst/>
              <a:rect l="l" t="t" r="r" b="b"/>
              <a:pathLst>
                <a:path w="7299833" h="3697351">
                  <a:moveTo>
                    <a:pt x="3649853" y="0"/>
                  </a:moveTo>
                  <a:cubicBezTo>
                    <a:pt x="5665597" y="0"/>
                    <a:pt x="7299833" y="1634109"/>
                    <a:pt x="7299833" y="3649853"/>
                  </a:cubicBezTo>
                  <a:lnTo>
                    <a:pt x="7297420" y="3697351"/>
                  </a:lnTo>
                  <a:lnTo>
                    <a:pt x="2413" y="3697351"/>
                  </a:lnTo>
                  <a:lnTo>
                    <a:pt x="0" y="3649853"/>
                  </a:lnTo>
                  <a:cubicBezTo>
                    <a:pt x="0" y="1634109"/>
                    <a:pt x="1634109" y="0"/>
                    <a:pt x="3649853" y="0"/>
                  </a:cubicBezTo>
                  <a:close/>
                </a:path>
              </a:pathLst>
            </a:custGeom>
            <a:solidFill>
              <a:srgbClr val="0058E0">
                <a:alpha val="17647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260982" y="8898718"/>
            <a:ext cx="1094085" cy="392583"/>
            <a:chOff x="0" y="0"/>
            <a:chExt cx="1458780" cy="523444"/>
          </a:xfrm>
        </p:grpSpPr>
        <p:grpSp>
          <p:nvGrpSpPr>
            <p:cNvPr id="8" name="Group 8"/>
            <p:cNvGrpSpPr/>
            <p:nvPr/>
          </p:nvGrpSpPr>
          <p:grpSpPr>
            <a:xfrm>
              <a:off x="1347250" y="0"/>
              <a:ext cx="111529" cy="111529"/>
              <a:chOff x="0" y="0"/>
              <a:chExt cx="76264" cy="7626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77801" y="0"/>
              <a:ext cx="111529" cy="111529"/>
              <a:chOff x="0" y="0"/>
              <a:chExt cx="76264" cy="7626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08353" y="0"/>
              <a:ext cx="111529" cy="111529"/>
              <a:chOff x="0" y="0"/>
              <a:chExt cx="76264" cy="7626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69455" y="0"/>
              <a:ext cx="111529" cy="111529"/>
              <a:chOff x="0" y="0"/>
              <a:chExt cx="76264" cy="7626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11529" cy="111529"/>
              <a:chOff x="0" y="0"/>
              <a:chExt cx="76264" cy="7626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8904" y="0"/>
              <a:ext cx="111529" cy="111529"/>
              <a:chOff x="0" y="0"/>
              <a:chExt cx="76264" cy="762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347250" y="205957"/>
              <a:ext cx="111529" cy="111529"/>
              <a:chOff x="0" y="0"/>
              <a:chExt cx="76264" cy="7626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77801" y="205957"/>
              <a:ext cx="111529" cy="111529"/>
              <a:chOff x="0" y="0"/>
              <a:chExt cx="76264" cy="7626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08353" y="205957"/>
              <a:ext cx="111529" cy="111529"/>
              <a:chOff x="0" y="0"/>
              <a:chExt cx="76264" cy="7626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69455" y="205957"/>
              <a:ext cx="111529" cy="111529"/>
              <a:chOff x="0" y="0"/>
              <a:chExt cx="76264" cy="7626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205957"/>
              <a:ext cx="111529" cy="111529"/>
              <a:chOff x="0" y="0"/>
              <a:chExt cx="76264" cy="7626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8904" y="205957"/>
              <a:ext cx="111529" cy="111529"/>
              <a:chOff x="0" y="0"/>
              <a:chExt cx="76264" cy="7626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47250" y="411915"/>
              <a:ext cx="111529" cy="111529"/>
              <a:chOff x="0" y="0"/>
              <a:chExt cx="76264" cy="7626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077801" y="411915"/>
              <a:ext cx="111529" cy="111529"/>
              <a:chOff x="0" y="0"/>
              <a:chExt cx="76264" cy="7626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08353" y="411915"/>
              <a:ext cx="111529" cy="111529"/>
              <a:chOff x="0" y="0"/>
              <a:chExt cx="76264" cy="7626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69455" y="411915"/>
              <a:ext cx="111529" cy="111529"/>
              <a:chOff x="0" y="0"/>
              <a:chExt cx="76264" cy="7626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0" y="411915"/>
              <a:ext cx="111529" cy="111529"/>
              <a:chOff x="0" y="0"/>
              <a:chExt cx="76264" cy="7626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38904" y="411915"/>
              <a:ext cx="111529" cy="111529"/>
              <a:chOff x="0" y="0"/>
              <a:chExt cx="76264" cy="7626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632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327" h="76200">
                    <a:moveTo>
                      <a:pt x="76327" y="38100"/>
                    </a:moveTo>
                    <a:cubicBezTo>
                      <a:pt x="76327" y="17018"/>
                      <a:pt x="59309" y="0"/>
                      <a:pt x="38227" y="0"/>
                    </a:cubicBezTo>
                    <a:cubicBezTo>
                      <a:pt x="17145" y="0"/>
                      <a:pt x="0" y="17018"/>
                      <a:pt x="0" y="38100"/>
                    </a:cubicBezTo>
                    <a:cubicBezTo>
                      <a:pt x="0" y="59182"/>
                      <a:pt x="17018" y="76200"/>
                      <a:pt x="38100" y="76200"/>
                    </a:cubicBezTo>
                    <a:cubicBezTo>
                      <a:pt x="59182" y="76200"/>
                      <a:pt x="76200" y="59182"/>
                      <a:pt x="76200" y="38100"/>
                    </a:cubicBezTo>
                    <a:close/>
                  </a:path>
                </a:pathLst>
              </a:custGeom>
              <a:solidFill>
                <a:srgbClr val="0058E0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7" name="AutoShape 47"/>
          <p:cNvSpPr/>
          <p:nvPr/>
        </p:nvSpPr>
        <p:spPr>
          <a:xfrm>
            <a:off x="1028700" y="2373550"/>
            <a:ext cx="5981700" cy="2"/>
          </a:xfrm>
          <a:prstGeom prst="line">
            <a:avLst/>
          </a:prstGeom>
          <a:ln w="28575" cap="rnd">
            <a:solidFill>
              <a:srgbClr val="0058E0"/>
            </a:solidFill>
            <a:prstDash val="solid"/>
            <a:headEnd type="oval" w="lg" len="lg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 80"/>
          <p:cNvSpPr txBox="1"/>
          <p:nvPr/>
        </p:nvSpPr>
        <p:spPr>
          <a:xfrm>
            <a:off x="933103" y="1432780"/>
            <a:ext cx="6060281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zh-CN" altLang="en-US" sz="5500" dirty="0">
                <a:solidFill>
                  <a:srgbClr val="005BAB"/>
                </a:solidFill>
                <a:ea typeface="字由点字典黑 65J" panose="00020600040101010101" charset="-122"/>
              </a:rPr>
              <a:t>初步结果</a:t>
            </a:r>
            <a:r>
              <a:rPr lang="en-US" altLang="zh-CN" sz="5500" dirty="0">
                <a:solidFill>
                  <a:srgbClr val="005BAB"/>
                </a:solidFill>
                <a:ea typeface="字由点字典黑 65J" panose="00020600040101010101" charset="-122"/>
              </a:rPr>
              <a:t>—</a:t>
            </a:r>
            <a:r>
              <a:rPr lang="zh-CN" altLang="en-US" sz="5500" dirty="0">
                <a:solidFill>
                  <a:srgbClr val="005BAB"/>
                </a:solidFill>
                <a:ea typeface="字由点字典黑 65J" panose="00020600040101010101" charset="-122"/>
              </a:rPr>
              <a:t>最优解</a:t>
            </a:r>
            <a:endParaRPr lang="en-US" sz="5500" dirty="0">
              <a:solidFill>
                <a:srgbClr val="005BAB"/>
              </a:solidFill>
              <a:ea typeface="字由点字典黑 65J" panose="00020600040101010101" charset="-122"/>
            </a:endParaRPr>
          </a:p>
        </p:txBody>
      </p:sp>
      <p:grpSp>
        <p:nvGrpSpPr>
          <p:cNvPr id="105" name="Group 16">
            <a:extLst>
              <a:ext uri="{FF2B5EF4-FFF2-40B4-BE49-F238E27FC236}">
                <a16:creationId xmlns:a16="http://schemas.microsoft.com/office/drawing/2014/main" id="{999F153D-1E8B-8964-71E4-DFC9E87BF1BA}"/>
              </a:ext>
            </a:extLst>
          </p:cNvPr>
          <p:cNvGrpSpPr/>
          <p:nvPr/>
        </p:nvGrpSpPr>
        <p:grpSpPr>
          <a:xfrm>
            <a:off x="16714290" y="0"/>
            <a:ext cx="1573711" cy="1138224"/>
            <a:chOff x="0" y="0"/>
            <a:chExt cx="2098282" cy="1517632"/>
          </a:xfrm>
          <a:solidFill>
            <a:srgbClr val="005BAB">
              <a:alpha val="27000"/>
            </a:srgbClr>
          </a:solidFill>
        </p:grpSpPr>
        <p:sp>
          <p:nvSpPr>
            <p:cNvPr id="106" name="Freeform 17">
              <a:extLst>
                <a:ext uri="{FF2B5EF4-FFF2-40B4-BE49-F238E27FC236}">
                  <a16:creationId xmlns:a16="http://schemas.microsoft.com/office/drawing/2014/main" id="{A642A34D-094F-8B05-0DF8-97D4686B0FF4}"/>
                </a:ext>
              </a:extLst>
            </p:cNvPr>
            <p:cNvSpPr/>
            <p:nvPr/>
          </p:nvSpPr>
          <p:spPr>
            <a:xfrm>
              <a:off x="0" y="0"/>
              <a:ext cx="2098294" cy="1517650"/>
            </a:xfrm>
            <a:custGeom>
              <a:avLst/>
              <a:gdLst/>
              <a:ahLst/>
              <a:cxnLst/>
              <a:rect l="l" t="t" r="r" b="b"/>
              <a:pathLst>
                <a:path w="2098294" h="1517650">
                  <a:moveTo>
                    <a:pt x="0" y="0"/>
                  </a:moveTo>
                  <a:lnTo>
                    <a:pt x="2098294" y="0"/>
                  </a:lnTo>
                  <a:lnTo>
                    <a:pt x="2098294" y="1401445"/>
                  </a:lnTo>
                  <a:lnTo>
                    <a:pt x="1823466" y="1486789"/>
                  </a:lnTo>
                  <a:cubicBezTo>
                    <a:pt x="1724660" y="1506982"/>
                    <a:pt x="1622425" y="1517650"/>
                    <a:pt x="1517650" y="1517650"/>
                  </a:cubicBezTo>
                  <a:cubicBezTo>
                    <a:pt x="679450" y="1517650"/>
                    <a:pt x="0" y="838200"/>
                    <a:pt x="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7" name="图片 106">
            <a:extLst>
              <a:ext uri="{FF2B5EF4-FFF2-40B4-BE49-F238E27FC236}">
                <a16:creationId xmlns:a16="http://schemas.microsoft.com/office/drawing/2014/main" id="{4AFBF8B0-C363-33D8-0A76-7BDA2CA3A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02" y="198549"/>
            <a:ext cx="3202966" cy="6773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FC5600-2405-4E6E-AD92-B56A2863D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85" y="2957599"/>
            <a:ext cx="5203491" cy="3408488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75FE8E07-51B3-4C39-A787-6E3C32E36B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802" y="2809283"/>
            <a:ext cx="6961247" cy="6208458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D9FDE901-6A15-4C85-8C1D-E7FD6D021DBB}"/>
              </a:ext>
            </a:extLst>
          </p:cNvPr>
          <p:cNvSpPr txBox="1"/>
          <p:nvPr/>
        </p:nvSpPr>
        <p:spPr>
          <a:xfrm>
            <a:off x="12801600" y="2619370"/>
            <a:ext cx="226386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路径可视化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3E37B4D-1003-4E36-9257-837A9F46B5AC}"/>
              </a:ext>
            </a:extLst>
          </p:cNvPr>
          <p:cNvSpPr txBox="1"/>
          <p:nvPr/>
        </p:nvSpPr>
        <p:spPr>
          <a:xfrm>
            <a:off x="6232191" y="3692347"/>
            <a:ext cx="4326128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pair_id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：需要连接的设备组号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start-id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：接线起点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end-id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：接线起点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826EB33-6598-46E0-ABBC-C64E62A2AFA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361840" y="6595830"/>
            <a:ext cx="7691875" cy="76623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原最优解：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3.25839kg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304BEBB-7AC4-4F3D-9401-C8CF6880C498}"/>
              </a:ext>
            </a:extLst>
          </p:cNvPr>
          <p:cNvSpPr txBox="1"/>
          <p:nvPr/>
        </p:nvSpPr>
        <p:spPr>
          <a:xfrm>
            <a:off x="2679073" y="8915266"/>
            <a:ext cx="50574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现最优解：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3.21315kg</a:t>
            </a:r>
          </a:p>
        </p:txBody>
      </p:sp>
      <p:sp>
        <p:nvSpPr>
          <p:cNvPr id="59" name="箭头: 下 58">
            <a:extLst>
              <a:ext uri="{FF2B5EF4-FFF2-40B4-BE49-F238E27FC236}">
                <a16:creationId xmlns:a16="http://schemas.microsoft.com/office/drawing/2014/main" id="{DB3925C5-AB3C-4CEB-AB26-A60C161A56EF}"/>
              </a:ext>
            </a:extLst>
          </p:cNvPr>
          <p:cNvSpPr/>
          <p:nvPr/>
        </p:nvSpPr>
        <p:spPr>
          <a:xfrm>
            <a:off x="3531379" y="7437919"/>
            <a:ext cx="3352800" cy="132562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b="1" dirty="0"/>
              <a:t>1.39%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428439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4">
            <a:extLst>
              <a:ext uri="{FF2B5EF4-FFF2-40B4-BE49-F238E27FC236}">
                <a16:creationId xmlns:a16="http://schemas.microsoft.com/office/drawing/2014/main" id="{8C8538D3-BDFB-EE34-3302-2D911EF5003A}"/>
              </a:ext>
            </a:extLst>
          </p:cNvPr>
          <p:cNvSpPr/>
          <p:nvPr/>
        </p:nvSpPr>
        <p:spPr>
          <a:xfrm>
            <a:off x="-28194" y="7699979"/>
            <a:ext cx="18318578" cy="2594165"/>
          </a:xfrm>
          <a:custGeom>
            <a:avLst/>
            <a:gdLst>
              <a:gd name="connsiteX0" fmla="*/ 0 w 12195175"/>
              <a:gd name="connsiteY0" fmla="*/ 0 h 404664"/>
              <a:gd name="connsiteX1" fmla="*/ 12195175 w 12195175"/>
              <a:gd name="connsiteY1" fmla="*/ 0 h 404664"/>
              <a:gd name="connsiteX2" fmla="*/ 12195175 w 12195175"/>
              <a:gd name="connsiteY2" fmla="*/ 404664 h 404664"/>
              <a:gd name="connsiteX3" fmla="*/ 0 w 12195175"/>
              <a:gd name="connsiteY3" fmla="*/ 404664 h 404664"/>
              <a:gd name="connsiteX4" fmla="*/ 0 w 12195175"/>
              <a:gd name="connsiteY4" fmla="*/ 0 h 404664"/>
              <a:gd name="connsiteX0" fmla="*/ 0 w 12195175"/>
              <a:gd name="connsiteY0" fmla="*/ 8993 h 413657"/>
              <a:gd name="connsiteX1" fmla="*/ 6096000 w 12195175"/>
              <a:gd name="connsiteY1" fmla="*/ 0 h 413657"/>
              <a:gd name="connsiteX2" fmla="*/ 12195175 w 12195175"/>
              <a:gd name="connsiteY2" fmla="*/ 8993 h 413657"/>
              <a:gd name="connsiteX3" fmla="*/ 12195175 w 12195175"/>
              <a:gd name="connsiteY3" fmla="*/ 413657 h 413657"/>
              <a:gd name="connsiteX4" fmla="*/ 0 w 12195175"/>
              <a:gd name="connsiteY4" fmla="*/ 413657 h 413657"/>
              <a:gd name="connsiteX5" fmla="*/ 0 w 12195175"/>
              <a:gd name="connsiteY5" fmla="*/ 8993 h 413657"/>
              <a:gd name="connsiteX0" fmla="*/ 0 w 12195175"/>
              <a:gd name="connsiteY0" fmla="*/ 458935 h 863599"/>
              <a:gd name="connsiteX1" fmla="*/ 6052457 w 12195175"/>
              <a:gd name="connsiteY1" fmla="*/ 0 h 863599"/>
              <a:gd name="connsiteX2" fmla="*/ 12195175 w 12195175"/>
              <a:gd name="connsiteY2" fmla="*/ 458935 h 863599"/>
              <a:gd name="connsiteX3" fmla="*/ 12195175 w 12195175"/>
              <a:gd name="connsiteY3" fmla="*/ 863599 h 863599"/>
              <a:gd name="connsiteX4" fmla="*/ 0 w 12195175"/>
              <a:gd name="connsiteY4" fmla="*/ 863599 h 863599"/>
              <a:gd name="connsiteX5" fmla="*/ 0 w 12195175"/>
              <a:gd name="connsiteY5" fmla="*/ 458935 h 863599"/>
              <a:gd name="connsiteX0" fmla="*/ 0 w 12195175"/>
              <a:gd name="connsiteY0" fmla="*/ 547835 h 952499"/>
              <a:gd name="connsiteX1" fmla="*/ 6052457 w 12195175"/>
              <a:gd name="connsiteY1" fmla="*/ 0 h 952499"/>
              <a:gd name="connsiteX2" fmla="*/ 12195175 w 12195175"/>
              <a:gd name="connsiteY2" fmla="*/ 547835 h 952499"/>
              <a:gd name="connsiteX3" fmla="*/ 12195175 w 12195175"/>
              <a:gd name="connsiteY3" fmla="*/ 952499 h 952499"/>
              <a:gd name="connsiteX4" fmla="*/ 0 w 12195175"/>
              <a:gd name="connsiteY4" fmla="*/ 952499 h 952499"/>
              <a:gd name="connsiteX5" fmla="*/ 0 w 12195175"/>
              <a:gd name="connsiteY5" fmla="*/ 547835 h 952499"/>
              <a:gd name="connsiteX0" fmla="*/ 0 w 12195175"/>
              <a:gd name="connsiteY0" fmla="*/ 670072 h 1074736"/>
              <a:gd name="connsiteX1" fmla="*/ 5987370 w 12195175"/>
              <a:gd name="connsiteY1" fmla="*/ 0 h 1074736"/>
              <a:gd name="connsiteX2" fmla="*/ 12195175 w 12195175"/>
              <a:gd name="connsiteY2" fmla="*/ 670072 h 1074736"/>
              <a:gd name="connsiteX3" fmla="*/ 12195175 w 12195175"/>
              <a:gd name="connsiteY3" fmla="*/ 1074736 h 1074736"/>
              <a:gd name="connsiteX4" fmla="*/ 0 w 12195175"/>
              <a:gd name="connsiteY4" fmla="*/ 1074736 h 1074736"/>
              <a:gd name="connsiteX5" fmla="*/ 0 w 12195175"/>
              <a:gd name="connsiteY5" fmla="*/ 670072 h 1074736"/>
              <a:gd name="connsiteX0" fmla="*/ 0 w 12195175"/>
              <a:gd name="connsiteY0" fmla="*/ 679747 h 1084411"/>
              <a:gd name="connsiteX1" fmla="*/ 6081741 w 12195175"/>
              <a:gd name="connsiteY1" fmla="*/ 0 h 1084411"/>
              <a:gd name="connsiteX2" fmla="*/ 12195175 w 12195175"/>
              <a:gd name="connsiteY2" fmla="*/ 679747 h 1084411"/>
              <a:gd name="connsiteX3" fmla="*/ 12195175 w 12195175"/>
              <a:gd name="connsiteY3" fmla="*/ 1084411 h 1084411"/>
              <a:gd name="connsiteX4" fmla="*/ 0 w 12195175"/>
              <a:gd name="connsiteY4" fmla="*/ 1084411 h 1084411"/>
              <a:gd name="connsiteX5" fmla="*/ 0 w 12195175"/>
              <a:gd name="connsiteY5" fmla="*/ 679747 h 1084411"/>
              <a:gd name="connsiteX0" fmla="*/ 25393 w 12195175"/>
              <a:gd name="connsiteY0" fmla="*/ 551983 h 1084411"/>
              <a:gd name="connsiteX1" fmla="*/ 6081741 w 12195175"/>
              <a:gd name="connsiteY1" fmla="*/ 0 h 1084411"/>
              <a:gd name="connsiteX2" fmla="*/ 12195175 w 12195175"/>
              <a:gd name="connsiteY2" fmla="*/ 679747 h 1084411"/>
              <a:gd name="connsiteX3" fmla="*/ 12195175 w 12195175"/>
              <a:gd name="connsiteY3" fmla="*/ 1084411 h 1084411"/>
              <a:gd name="connsiteX4" fmla="*/ 0 w 12195175"/>
              <a:gd name="connsiteY4" fmla="*/ 1084411 h 1084411"/>
              <a:gd name="connsiteX5" fmla="*/ 25393 w 12195175"/>
              <a:gd name="connsiteY5" fmla="*/ 551983 h 1084411"/>
              <a:gd name="connsiteX0" fmla="*/ 25393 w 12195175"/>
              <a:gd name="connsiteY0" fmla="*/ 551983 h 1084411"/>
              <a:gd name="connsiteX1" fmla="*/ 6081741 w 12195175"/>
              <a:gd name="connsiteY1" fmla="*/ 0 h 1084411"/>
              <a:gd name="connsiteX2" fmla="*/ 12188827 w 12195175"/>
              <a:gd name="connsiteY2" fmla="*/ 579931 h 1084411"/>
              <a:gd name="connsiteX3" fmla="*/ 12195175 w 12195175"/>
              <a:gd name="connsiteY3" fmla="*/ 1084411 h 1084411"/>
              <a:gd name="connsiteX4" fmla="*/ 0 w 12195175"/>
              <a:gd name="connsiteY4" fmla="*/ 1084411 h 1084411"/>
              <a:gd name="connsiteX5" fmla="*/ 25393 w 12195175"/>
              <a:gd name="connsiteY5" fmla="*/ 551983 h 1084411"/>
              <a:gd name="connsiteX0" fmla="*/ 25393 w 12201180"/>
              <a:gd name="connsiteY0" fmla="*/ 551983 h 1084411"/>
              <a:gd name="connsiteX1" fmla="*/ 6081741 w 12201180"/>
              <a:gd name="connsiteY1" fmla="*/ 0 h 1084411"/>
              <a:gd name="connsiteX2" fmla="*/ 12201180 w 12201180"/>
              <a:gd name="connsiteY2" fmla="*/ 564392 h 1084411"/>
              <a:gd name="connsiteX3" fmla="*/ 12195175 w 12201180"/>
              <a:gd name="connsiteY3" fmla="*/ 1084411 h 1084411"/>
              <a:gd name="connsiteX4" fmla="*/ 0 w 12201180"/>
              <a:gd name="connsiteY4" fmla="*/ 1084411 h 1084411"/>
              <a:gd name="connsiteX5" fmla="*/ 25393 w 12201180"/>
              <a:gd name="connsiteY5" fmla="*/ 551983 h 1084411"/>
              <a:gd name="connsiteX0" fmla="*/ 25393 w 12201180"/>
              <a:gd name="connsiteY0" fmla="*/ 549321 h 1084411"/>
              <a:gd name="connsiteX1" fmla="*/ 6081741 w 12201180"/>
              <a:gd name="connsiteY1" fmla="*/ 0 h 1084411"/>
              <a:gd name="connsiteX2" fmla="*/ 12201180 w 12201180"/>
              <a:gd name="connsiteY2" fmla="*/ 564392 h 1084411"/>
              <a:gd name="connsiteX3" fmla="*/ 12195175 w 12201180"/>
              <a:gd name="connsiteY3" fmla="*/ 1084411 h 1084411"/>
              <a:gd name="connsiteX4" fmla="*/ 0 w 12201180"/>
              <a:gd name="connsiteY4" fmla="*/ 1084411 h 1084411"/>
              <a:gd name="connsiteX5" fmla="*/ 25393 w 12201180"/>
              <a:gd name="connsiteY5" fmla="*/ 549321 h 1084411"/>
              <a:gd name="connsiteX0" fmla="*/ 21161 w 12201180"/>
              <a:gd name="connsiteY0" fmla="*/ 549321 h 1084411"/>
              <a:gd name="connsiteX1" fmla="*/ 6081741 w 12201180"/>
              <a:gd name="connsiteY1" fmla="*/ 0 h 1084411"/>
              <a:gd name="connsiteX2" fmla="*/ 12201180 w 12201180"/>
              <a:gd name="connsiteY2" fmla="*/ 564392 h 1084411"/>
              <a:gd name="connsiteX3" fmla="*/ 12195175 w 12201180"/>
              <a:gd name="connsiteY3" fmla="*/ 1084411 h 1084411"/>
              <a:gd name="connsiteX4" fmla="*/ 0 w 12201180"/>
              <a:gd name="connsiteY4" fmla="*/ 1084411 h 1084411"/>
              <a:gd name="connsiteX5" fmla="*/ 21161 w 12201180"/>
              <a:gd name="connsiteY5" fmla="*/ 549321 h 1084411"/>
              <a:gd name="connsiteX0" fmla="*/ 21161 w 12205941"/>
              <a:gd name="connsiteY0" fmla="*/ 549321 h 1084411"/>
              <a:gd name="connsiteX1" fmla="*/ 6081741 w 12205941"/>
              <a:gd name="connsiteY1" fmla="*/ 0 h 1084411"/>
              <a:gd name="connsiteX2" fmla="*/ 12205941 w 12205941"/>
              <a:gd name="connsiteY2" fmla="*/ 564392 h 1084411"/>
              <a:gd name="connsiteX3" fmla="*/ 12195175 w 12205941"/>
              <a:gd name="connsiteY3" fmla="*/ 1084411 h 1084411"/>
              <a:gd name="connsiteX4" fmla="*/ 0 w 12205941"/>
              <a:gd name="connsiteY4" fmla="*/ 1084411 h 1084411"/>
              <a:gd name="connsiteX5" fmla="*/ 21161 w 12205941"/>
              <a:gd name="connsiteY5" fmla="*/ 549321 h 1084411"/>
              <a:gd name="connsiteX0" fmla="*/ 21161 w 12208289"/>
              <a:gd name="connsiteY0" fmla="*/ 549321 h 1087405"/>
              <a:gd name="connsiteX1" fmla="*/ 6081741 w 12208289"/>
              <a:gd name="connsiteY1" fmla="*/ 0 h 1087405"/>
              <a:gd name="connsiteX2" fmla="*/ 12205941 w 12208289"/>
              <a:gd name="connsiteY2" fmla="*/ 564392 h 1087405"/>
              <a:gd name="connsiteX3" fmla="*/ 12207871 w 12208289"/>
              <a:gd name="connsiteY3" fmla="*/ 1087405 h 1087405"/>
              <a:gd name="connsiteX4" fmla="*/ 0 w 12208289"/>
              <a:gd name="connsiteY4" fmla="*/ 1084411 h 1087405"/>
              <a:gd name="connsiteX5" fmla="*/ 21161 w 12208289"/>
              <a:gd name="connsiteY5" fmla="*/ 549321 h 1087405"/>
              <a:gd name="connsiteX0" fmla="*/ 21161 w 12209115"/>
              <a:gd name="connsiteY0" fmla="*/ 549321 h 1087405"/>
              <a:gd name="connsiteX1" fmla="*/ 6081741 w 12209115"/>
              <a:gd name="connsiteY1" fmla="*/ 0 h 1087405"/>
              <a:gd name="connsiteX2" fmla="*/ 12209115 w 12209115"/>
              <a:gd name="connsiteY2" fmla="*/ 562396 h 1087405"/>
              <a:gd name="connsiteX3" fmla="*/ 12207871 w 12209115"/>
              <a:gd name="connsiteY3" fmla="*/ 1087405 h 1087405"/>
              <a:gd name="connsiteX4" fmla="*/ 0 w 12209115"/>
              <a:gd name="connsiteY4" fmla="*/ 1084411 h 1087405"/>
              <a:gd name="connsiteX5" fmla="*/ 21161 w 12209115"/>
              <a:gd name="connsiteY5" fmla="*/ 549321 h 1087405"/>
              <a:gd name="connsiteX0" fmla="*/ 16401 w 12209115"/>
              <a:gd name="connsiteY0" fmla="*/ 547324 h 1087405"/>
              <a:gd name="connsiteX1" fmla="*/ 6081741 w 12209115"/>
              <a:gd name="connsiteY1" fmla="*/ 0 h 1087405"/>
              <a:gd name="connsiteX2" fmla="*/ 12209115 w 12209115"/>
              <a:gd name="connsiteY2" fmla="*/ 562396 h 1087405"/>
              <a:gd name="connsiteX3" fmla="*/ 12207871 w 12209115"/>
              <a:gd name="connsiteY3" fmla="*/ 1087405 h 1087405"/>
              <a:gd name="connsiteX4" fmla="*/ 0 w 12209115"/>
              <a:gd name="connsiteY4" fmla="*/ 1084411 h 1087405"/>
              <a:gd name="connsiteX5" fmla="*/ 16401 w 12209115"/>
              <a:gd name="connsiteY5" fmla="*/ 547324 h 1087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09115" h="1087405">
                <a:moveTo>
                  <a:pt x="16401" y="547324"/>
                </a:moveTo>
                <a:lnTo>
                  <a:pt x="6081741" y="0"/>
                </a:lnTo>
                <a:lnTo>
                  <a:pt x="12209115" y="562396"/>
                </a:lnTo>
                <a:cubicBezTo>
                  <a:pt x="12207113" y="735736"/>
                  <a:pt x="12209873" y="914065"/>
                  <a:pt x="12207871" y="1087405"/>
                </a:cubicBezTo>
                <a:lnTo>
                  <a:pt x="0" y="1084411"/>
                </a:lnTo>
                <a:lnTo>
                  <a:pt x="16401" y="547324"/>
                </a:lnTo>
                <a:close/>
              </a:path>
            </a:pathLst>
          </a:custGeom>
          <a:solidFill>
            <a:srgbClr val="0068B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6418E819-544E-1175-253A-0C80EF2C8778}"/>
              </a:ext>
            </a:extLst>
          </p:cNvPr>
          <p:cNvSpPr/>
          <p:nvPr/>
        </p:nvSpPr>
        <p:spPr>
          <a:xfrm>
            <a:off x="0" y="-2008"/>
            <a:ext cx="18334725" cy="3337163"/>
          </a:xfrm>
          <a:custGeom>
            <a:avLst/>
            <a:gdLst>
              <a:gd name="connsiteX0" fmla="*/ 0 w 12195175"/>
              <a:gd name="connsiteY0" fmla="*/ 0 h 908720"/>
              <a:gd name="connsiteX1" fmla="*/ 12195175 w 12195175"/>
              <a:gd name="connsiteY1" fmla="*/ 0 h 908720"/>
              <a:gd name="connsiteX2" fmla="*/ 12195175 w 12195175"/>
              <a:gd name="connsiteY2" fmla="*/ 908720 h 908720"/>
              <a:gd name="connsiteX3" fmla="*/ 0 w 12195175"/>
              <a:gd name="connsiteY3" fmla="*/ 908720 h 908720"/>
              <a:gd name="connsiteX4" fmla="*/ 0 w 12195175"/>
              <a:gd name="connsiteY4" fmla="*/ 0 h 908720"/>
              <a:gd name="connsiteX0" fmla="*/ 0 w 12195175"/>
              <a:gd name="connsiteY0" fmla="*/ 0 h 908720"/>
              <a:gd name="connsiteX1" fmla="*/ 12195175 w 12195175"/>
              <a:gd name="connsiteY1" fmla="*/ 0 h 908720"/>
              <a:gd name="connsiteX2" fmla="*/ 12195175 w 12195175"/>
              <a:gd name="connsiteY2" fmla="*/ 908720 h 908720"/>
              <a:gd name="connsiteX3" fmla="*/ 6096000 w 12195175"/>
              <a:gd name="connsiteY3" fmla="*/ 899886 h 908720"/>
              <a:gd name="connsiteX4" fmla="*/ 0 w 12195175"/>
              <a:gd name="connsiteY4" fmla="*/ 908720 h 908720"/>
              <a:gd name="connsiteX5" fmla="*/ 0 w 12195175"/>
              <a:gd name="connsiteY5" fmla="*/ 0 h 908720"/>
              <a:gd name="connsiteX0" fmla="*/ 0 w 12195175"/>
              <a:gd name="connsiteY0" fmla="*/ 0 h 2510972"/>
              <a:gd name="connsiteX1" fmla="*/ 12195175 w 12195175"/>
              <a:gd name="connsiteY1" fmla="*/ 0 h 2510972"/>
              <a:gd name="connsiteX2" fmla="*/ 12195175 w 12195175"/>
              <a:gd name="connsiteY2" fmla="*/ 908720 h 2510972"/>
              <a:gd name="connsiteX3" fmla="*/ 6052458 w 12195175"/>
              <a:gd name="connsiteY3" fmla="*/ 2510972 h 2510972"/>
              <a:gd name="connsiteX4" fmla="*/ 0 w 12195175"/>
              <a:gd name="connsiteY4" fmla="*/ 908720 h 2510972"/>
              <a:gd name="connsiteX5" fmla="*/ 0 w 12195175"/>
              <a:gd name="connsiteY5" fmla="*/ 0 h 251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175" h="2510972">
                <a:moveTo>
                  <a:pt x="0" y="0"/>
                </a:moveTo>
                <a:lnTo>
                  <a:pt x="12195175" y="0"/>
                </a:lnTo>
                <a:lnTo>
                  <a:pt x="12195175" y="908720"/>
                </a:lnTo>
                <a:lnTo>
                  <a:pt x="6052458" y="2510972"/>
                </a:lnTo>
                <a:lnTo>
                  <a:pt x="0" y="908720"/>
                </a:lnTo>
                <a:lnTo>
                  <a:pt x="0" y="0"/>
                </a:lnTo>
                <a:close/>
              </a:path>
            </a:pathLst>
          </a:custGeom>
          <a:solidFill>
            <a:srgbClr val="0068B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14" name="文本框 28">
            <a:extLst>
              <a:ext uri="{FF2B5EF4-FFF2-40B4-BE49-F238E27FC236}">
                <a16:creationId xmlns:a16="http://schemas.microsoft.com/office/drawing/2014/main" id="{5BC24FF7-CC94-897D-58D7-EEFD50A5EB08}"/>
              </a:ext>
            </a:extLst>
          </p:cNvPr>
          <p:cNvSpPr txBox="1"/>
          <p:nvPr/>
        </p:nvSpPr>
        <p:spPr>
          <a:xfrm>
            <a:off x="7798568" y="9190219"/>
            <a:ext cx="2737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/>
              </a:rPr>
              <a:t>2025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/>
              </a:rPr>
              <a:t>年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/>
              </a:rPr>
              <a:t>5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/>
              </a:rPr>
              <a:t>月</a:t>
            </a:r>
          </a:p>
        </p:txBody>
      </p:sp>
      <p:sp>
        <p:nvSpPr>
          <p:cNvPr id="15" name="标题 16">
            <a:extLst>
              <a:ext uri="{FF2B5EF4-FFF2-40B4-BE49-F238E27FC236}">
                <a16:creationId xmlns:a16="http://schemas.microsoft.com/office/drawing/2014/main" id="{9046BF22-9EC1-C013-9D1C-2E87A981FDA3}"/>
              </a:ext>
            </a:extLst>
          </p:cNvPr>
          <p:cNvSpPr txBox="1">
            <a:spLocks/>
          </p:cNvSpPr>
          <p:nvPr/>
        </p:nvSpPr>
        <p:spPr>
          <a:xfrm>
            <a:off x="32287" y="1595194"/>
            <a:ext cx="18302438" cy="7305889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 anchor="ctr" anchorCtr="0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9600" dirty="0">
                <a:solidFill>
                  <a:srgbClr val="0068B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请批评指正！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7D61D0E-7B5C-098D-737E-3917B25A7B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425" y="404285"/>
            <a:ext cx="5547639" cy="120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96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192" y="606996"/>
            <a:ext cx="18285620" cy="0"/>
          </a:xfrm>
          <a:prstGeom prst="line">
            <a:avLst/>
          </a:prstGeom>
          <a:ln>
            <a:solidFill>
              <a:srgbClr val="41445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流程图: 离页连接符 5"/>
          <p:cNvSpPr/>
          <p:nvPr/>
        </p:nvSpPr>
        <p:spPr>
          <a:xfrm>
            <a:off x="14976648" y="498984"/>
            <a:ext cx="2376264" cy="1620180"/>
          </a:xfrm>
          <a:prstGeom prst="flowChartOffpageConnector">
            <a:avLst/>
          </a:prstGeom>
          <a:solidFill>
            <a:srgbClr val="056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338041" y="715388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规划模型</a:t>
            </a:r>
          </a:p>
          <a:p>
            <a:pPr algn="ctr"/>
            <a:r>
              <a:rPr lang="en-US" altLang="zh-CN" sz="3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</a:t>
            </a:r>
            <a:r>
              <a:rPr lang="zh-CN" altLang="en-US" sz="3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</a:t>
            </a:r>
          </a:p>
        </p:txBody>
      </p:sp>
      <p:sp>
        <p:nvSpPr>
          <p:cNvPr id="66" name="矩形 65"/>
          <p:cNvSpPr/>
          <p:nvPr/>
        </p:nvSpPr>
        <p:spPr>
          <a:xfrm>
            <a:off x="1728074" y="1900238"/>
            <a:ext cx="13449300" cy="3950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65" name="矩形 64"/>
          <p:cNvSpPr/>
          <p:nvPr/>
        </p:nvSpPr>
        <p:spPr>
          <a:xfrm>
            <a:off x="4949816" y="1255634"/>
            <a:ext cx="7029450" cy="695325"/>
          </a:xfrm>
          <a:prstGeom prst="rect">
            <a:avLst/>
          </a:prstGeom>
          <a:solidFill>
            <a:srgbClr val="056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精确求解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77641" y="2119313"/>
            <a:ext cx="12898755" cy="4055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28625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分支定界算法优化</a:t>
            </a:r>
            <a:endParaRPr lang="zh-CN" altLang="en-US" sz="30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14425" lvl="1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分支变量选择优化</a:t>
            </a:r>
          </a:p>
          <a:p>
            <a:pPr marL="1114425" lvl="1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节点选择优化</a:t>
            </a:r>
          </a:p>
          <a:p>
            <a:pPr marL="1114425" lvl="1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7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割平面优化</a:t>
            </a:r>
          </a:p>
          <a:p>
            <a:pPr marL="1114425" lvl="1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en-US" sz="27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8625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预求解参数优化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196876" y="2552701"/>
            <a:ext cx="3606165" cy="22831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399134" y="2552701"/>
            <a:ext cx="4654868" cy="2283143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949054" y="6657023"/>
            <a:ext cx="13069253" cy="30270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9" name="TextBox 83"/>
          <p:cNvSpPr txBox="1"/>
          <p:nvPr>
            <p:custDataLst>
              <p:tags r:id="rId4"/>
            </p:custDataLst>
          </p:nvPr>
        </p:nvSpPr>
        <p:spPr>
          <a:xfrm>
            <a:off x="2235756" y="6762750"/>
            <a:ext cx="12529185" cy="2667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28625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启发式算法优化</a:t>
            </a:r>
          </a:p>
          <a:p>
            <a:pPr marL="1114425" lvl="1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大型邻域搜索</a:t>
            </a:r>
            <a:r>
              <a:rPr lang="en-US" altLang="zh-CN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(Large Neighborhood Search)</a:t>
            </a:r>
            <a:endParaRPr lang="zh-CN" altLang="en-US" sz="24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14425" lvl="1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可行性泵</a:t>
            </a:r>
            <a:r>
              <a:rPr lang="en-US" altLang="zh-CN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(Feasibility Pump)</a:t>
            </a:r>
            <a:endParaRPr lang="zh-CN" altLang="en-US" sz="24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8625" indent="-42862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0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规划求解算法选择</a:t>
            </a:r>
          </a:p>
          <a:p>
            <a:pPr indent="685800">
              <a:lnSpc>
                <a:spcPct val="130000"/>
              </a:lnSpc>
            </a:pPr>
            <a:endParaRPr lang="zh-CN" altLang="en-US" sz="24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4949816" y="6007656"/>
            <a:ext cx="7029450" cy="695325"/>
          </a:xfrm>
          <a:prstGeom prst="rect">
            <a:avLst/>
          </a:prstGeom>
          <a:solidFill>
            <a:srgbClr val="056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近似求解</a:t>
            </a:r>
          </a:p>
        </p:txBody>
      </p:sp>
    </p:spTree>
    <p:extLst>
      <p:ext uri="{BB962C8B-B14F-4D97-AF65-F5344CB8AC3E}">
        <p14:creationId xmlns:p14="http://schemas.microsoft.com/office/powerpoint/2010/main" val="1121854618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17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450"/>
                                </p:stCondLst>
                                <p:childTnLst>
                                  <p:par>
                                    <p:cTn id="17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9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950"/>
                                </p:stCondLst>
                                <p:childTnLst>
                                  <p:par>
                                    <p:cTn id="21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450"/>
                                </p:stCondLst>
                                <p:childTnLst>
                                  <p:par>
                                    <p:cTn id="2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1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3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bldLvl="0" animBg="1"/>
          <p:bldP spid="7" grpId="0"/>
          <p:bldP spid="66" grpId="0" bldLvl="0" animBg="1"/>
          <p:bldP spid="65" grpId="0" bldLvl="0" animBg="1"/>
          <p:bldP spid="84" grpId="0"/>
          <p:bldP spid="84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17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4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450"/>
                                </p:stCondLst>
                                <p:childTnLst>
                                  <p:par>
                                    <p:cTn id="17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9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950"/>
                                </p:stCondLst>
                                <p:childTnLst>
                                  <p:par>
                                    <p:cTn id="21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450"/>
                                </p:stCondLst>
                                <p:childTnLst>
                                  <p:par>
                                    <p:cTn id="2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1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3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bldLvl="0" animBg="1"/>
          <p:bldP spid="7" grpId="0"/>
          <p:bldP spid="66" grpId="0" bldLvl="0" animBg="1"/>
          <p:bldP spid="65" grpId="0" bldLvl="0" animBg="1"/>
          <p:bldP spid="84" grpId="0"/>
          <p:bldP spid="84" grpId="1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58e273d-68ba-494a-bff9-3a373a3f105a"/>
  <p:tag name="COMMONDATA" val="eyJoZGlkIjoiYWUxZmZhZWZmMzZjMjJmODY1MmIwNjhhOTkyZjQ2Nj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3174</TotalTime>
  <Words>829</Words>
  <Application>Microsoft Office PowerPoint</Application>
  <PresentationFormat>自定义</PresentationFormat>
  <Paragraphs>203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字由点字典黑 65J</vt:lpstr>
      <vt:lpstr>字由点字典黑 45J</vt:lpstr>
      <vt:lpstr>Arial</vt:lpstr>
      <vt:lpstr>微软雅黑</vt:lpstr>
      <vt:lpstr>等线 Light</vt:lpstr>
      <vt:lpstr>黑体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蓝白色简约风年终总结工作汇报ppt模板演示文稿</dc:title>
  <dc:creator>guosy</dc:creator>
  <cp:lastModifiedBy>Fuir Te</cp:lastModifiedBy>
  <cp:revision>175</cp:revision>
  <dcterms:created xsi:type="dcterms:W3CDTF">2006-08-16T00:00:00Z</dcterms:created>
  <dcterms:modified xsi:type="dcterms:W3CDTF">2025-09-27T01:50:34Z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3BA7C51DE1214B1E909AC33F4302B14D_12</vt:lpwstr>
  </property>
  <property fmtid="{D5CDD505-2E9C-101B-9397-08002B2CF9AE}" pid="3" name="KSOProductBuildVer">
    <vt:lpwstr>2052-11.1.0.14036</vt:lpwstr>
  </property>
</Properties>
</file>